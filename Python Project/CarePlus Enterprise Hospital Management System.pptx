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7" Type="http://schemas.openxmlformats.org/officeDocument/2006/relationships/image" Target="../media/image11.svg"/><Relationship Id="rId2" Type="http://schemas.openxmlformats.org/officeDocument/2006/relationships/image" Target="../media/image6.svg"/><Relationship Id="rId1" Type="http://schemas.openxmlformats.org/officeDocument/2006/relationships/image" Target="../media/image5.svg"/><Relationship Id="rId6" Type="http://schemas.openxmlformats.org/officeDocument/2006/relationships/image" Target="../media/image10.svg"/><Relationship Id="rId5" Type="http://schemas.openxmlformats.org/officeDocument/2006/relationships/image" Target="../media/image9.svg"/><Relationship Id="rId4" Type="http://schemas.openxmlformats.org/officeDocument/2006/relationships/image" Target="../media/image8.sv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svg"/><Relationship Id="rId1" Type="http://schemas.openxmlformats.org/officeDocument/2006/relationships/image" Target="../media/image12.svg"/><Relationship Id="rId6" Type="http://schemas.openxmlformats.org/officeDocument/2006/relationships/image" Target="../media/image17.svg"/><Relationship Id="rId5" Type="http://schemas.openxmlformats.org/officeDocument/2006/relationships/image" Target="../media/image16.svg"/><Relationship Id="rId4" Type="http://schemas.openxmlformats.org/officeDocument/2006/relationships/image" Target="../media/image15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7" Type="http://schemas.openxmlformats.org/officeDocument/2006/relationships/image" Target="../media/image11.svg"/><Relationship Id="rId2" Type="http://schemas.openxmlformats.org/officeDocument/2006/relationships/image" Target="../media/image6.svg"/><Relationship Id="rId1" Type="http://schemas.openxmlformats.org/officeDocument/2006/relationships/image" Target="../media/image5.svg"/><Relationship Id="rId6" Type="http://schemas.openxmlformats.org/officeDocument/2006/relationships/image" Target="../media/image10.svg"/><Relationship Id="rId5" Type="http://schemas.openxmlformats.org/officeDocument/2006/relationships/image" Target="../media/image9.svg"/><Relationship Id="rId4" Type="http://schemas.openxmlformats.org/officeDocument/2006/relationships/image" Target="../media/image8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svg"/><Relationship Id="rId1" Type="http://schemas.openxmlformats.org/officeDocument/2006/relationships/image" Target="../media/image12.svg"/><Relationship Id="rId6" Type="http://schemas.openxmlformats.org/officeDocument/2006/relationships/image" Target="../media/image17.svg"/><Relationship Id="rId5" Type="http://schemas.openxmlformats.org/officeDocument/2006/relationships/image" Target="../media/image16.svg"/><Relationship Id="rId4" Type="http://schemas.openxmlformats.org/officeDocument/2006/relationships/image" Target="../media/image1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A8CDE8E-AC9B-4AA8-B060-D9A461EFFD1D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33FA97F4-2ED4-4FD7-A133-3B51C88F2E4B}">
      <dgm:prSet/>
      <dgm:spPr/>
      <dgm:t>
        <a:bodyPr/>
        <a:lstStyle/>
        <a:p>
          <a:r>
            <a:rPr lang="en-IN"/>
            <a:t>Users</a:t>
          </a:r>
          <a:endParaRPr lang="en-US"/>
        </a:p>
      </dgm:t>
    </dgm:pt>
    <dgm:pt modelId="{864E9D90-5BE4-4195-A617-FC742A595B37}" type="parTrans" cxnId="{90629232-2E10-430F-A17B-81B1D878FF73}">
      <dgm:prSet/>
      <dgm:spPr/>
      <dgm:t>
        <a:bodyPr/>
        <a:lstStyle/>
        <a:p>
          <a:endParaRPr lang="en-US"/>
        </a:p>
      </dgm:t>
    </dgm:pt>
    <dgm:pt modelId="{080EAFE9-EDA6-4F3A-8440-B91F07B5E774}" type="sibTrans" cxnId="{90629232-2E10-430F-A17B-81B1D878FF73}">
      <dgm:prSet/>
      <dgm:spPr/>
      <dgm:t>
        <a:bodyPr/>
        <a:lstStyle/>
        <a:p>
          <a:endParaRPr lang="en-US"/>
        </a:p>
      </dgm:t>
    </dgm:pt>
    <dgm:pt modelId="{4AB44730-A631-428E-99FA-69DD619659F1}">
      <dgm:prSet/>
      <dgm:spPr/>
      <dgm:t>
        <a:bodyPr/>
        <a:lstStyle/>
        <a:p>
          <a:r>
            <a:rPr lang="en-IN"/>
            <a:t>Frontend</a:t>
          </a:r>
          <a:endParaRPr lang="en-US"/>
        </a:p>
      </dgm:t>
    </dgm:pt>
    <dgm:pt modelId="{B8F2EDC2-F687-4819-924C-61CDA1743D60}" type="parTrans" cxnId="{D27A0D2D-0679-4291-A895-5AA9BEBEC7BD}">
      <dgm:prSet/>
      <dgm:spPr/>
      <dgm:t>
        <a:bodyPr/>
        <a:lstStyle/>
        <a:p>
          <a:endParaRPr lang="en-US"/>
        </a:p>
      </dgm:t>
    </dgm:pt>
    <dgm:pt modelId="{50869C89-4108-419F-9C41-35F72986FCF2}" type="sibTrans" cxnId="{D27A0D2D-0679-4291-A895-5AA9BEBEC7BD}">
      <dgm:prSet/>
      <dgm:spPr/>
      <dgm:t>
        <a:bodyPr/>
        <a:lstStyle/>
        <a:p>
          <a:endParaRPr lang="en-US"/>
        </a:p>
      </dgm:t>
    </dgm:pt>
    <dgm:pt modelId="{2DD4940B-C073-4BDB-BE37-C7452CD0C433}">
      <dgm:prSet/>
      <dgm:spPr/>
      <dgm:t>
        <a:bodyPr/>
        <a:lstStyle/>
        <a:p>
          <a:r>
            <a:rPr lang="en-IN"/>
            <a:t>HTML + CSS + JavaScript</a:t>
          </a:r>
          <a:endParaRPr lang="en-US"/>
        </a:p>
      </dgm:t>
    </dgm:pt>
    <dgm:pt modelId="{8FBDB7DA-C87B-4135-A440-EBE336969662}" type="parTrans" cxnId="{70F3D4A4-FF06-4452-B073-0CAD686C7BB8}">
      <dgm:prSet/>
      <dgm:spPr/>
      <dgm:t>
        <a:bodyPr/>
        <a:lstStyle/>
        <a:p>
          <a:endParaRPr lang="en-US"/>
        </a:p>
      </dgm:t>
    </dgm:pt>
    <dgm:pt modelId="{EDD10761-37BB-4AA3-900B-B4D7A35C428B}" type="sibTrans" cxnId="{70F3D4A4-FF06-4452-B073-0CAD686C7BB8}">
      <dgm:prSet/>
      <dgm:spPr/>
      <dgm:t>
        <a:bodyPr/>
        <a:lstStyle/>
        <a:p>
          <a:endParaRPr lang="en-US"/>
        </a:p>
      </dgm:t>
    </dgm:pt>
    <dgm:pt modelId="{F7EB4FE0-F789-484B-9120-5F2C0F1C4143}">
      <dgm:prSet/>
      <dgm:spPr/>
      <dgm:t>
        <a:bodyPr/>
        <a:lstStyle/>
        <a:p>
          <a:r>
            <a:rPr lang="en-IN"/>
            <a:t>Flask Application</a:t>
          </a:r>
          <a:endParaRPr lang="en-US"/>
        </a:p>
      </dgm:t>
    </dgm:pt>
    <dgm:pt modelId="{58CE6C2C-1547-4DA5-BF78-50A12114579B}" type="parTrans" cxnId="{CF878DC6-EE5E-43DB-AD32-1182278006DE}">
      <dgm:prSet/>
      <dgm:spPr/>
      <dgm:t>
        <a:bodyPr/>
        <a:lstStyle/>
        <a:p>
          <a:endParaRPr lang="en-US"/>
        </a:p>
      </dgm:t>
    </dgm:pt>
    <dgm:pt modelId="{CBBFAD3A-AC51-4D1C-AFD7-4C90B2C2DD8A}" type="sibTrans" cxnId="{CF878DC6-EE5E-43DB-AD32-1182278006DE}">
      <dgm:prSet/>
      <dgm:spPr/>
      <dgm:t>
        <a:bodyPr/>
        <a:lstStyle/>
        <a:p>
          <a:endParaRPr lang="en-US"/>
        </a:p>
      </dgm:t>
    </dgm:pt>
    <dgm:pt modelId="{08B1DBC0-E35C-44AB-8BBA-477727C0180A}">
      <dgm:prSet/>
      <dgm:spPr/>
      <dgm:t>
        <a:bodyPr/>
        <a:lstStyle/>
        <a:p>
          <a:r>
            <a:rPr lang="en-IN" dirty="0"/>
            <a:t>Business Logic</a:t>
          </a:r>
          <a:endParaRPr lang="en-US" dirty="0"/>
        </a:p>
      </dgm:t>
    </dgm:pt>
    <dgm:pt modelId="{2BC2504C-56FC-4EB9-A6BE-997DE08C4AD1}" type="parTrans" cxnId="{BBE6C1F1-D42B-4451-8202-8EBA3ED034D6}">
      <dgm:prSet/>
      <dgm:spPr/>
      <dgm:t>
        <a:bodyPr/>
        <a:lstStyle/>
        <a:p>
          <a:endParaRPr lang="en-US"/>
        </a:p>
      </dgm:t>
    </dgm:pt>
    <dgm:pt modelId="{F15043A7-38B7-4343-9F3D-587A1977A2FC}" type="sibTrans" cxnId="{BBE6C1F1-D42B-4451-8202-8EBA3ED034D6}">
      <dgm:prSet/>
      <dgm:spPr/>
      <dgm:t>
        <a:bodyPr/>
        <a:lstStyle/>
        <a:p>
          <a:endParaRPr lang="en-US"/>
        </a:p>
      </dgm:t>
    </dgm:pt>
    <dgm:pt modelId="{F59239AE-A5BF-431B-B5A2-51AF1DB1CA0F}">
      <dgm:prSet/>
      <dgm:spPr/>
      <dgm:t>
        <a:bodyPr/>
        <a:lstStyle/>
        <a:p>
          <a:r>
            <a:rPr lang="en-IN" dirty="0"/>
            <a:t>(OOP Concepts)</a:t>
          </a:r>
          <a:endParaRPr lang="en-US" dirty="0"/>
        </a:p>
      </dgm:t>
    </dgm:pt>
    <dgm:pt modelId="{75F8994D-B44E-45CC-B062-8FF3B99841B4}" type="parTrans" cxnId="{3E76481C-DC5F-4F16-8950-90BC620BDDA7}">
      <dgm:prSet/>
      <dgm:spPr/>
      <dgm:t>
        <a:bodyPr/>
        <a:lstStyle/>
        <a:p>
          <a:endParaRPr lang="en-US"/>
        </a:p>
      </dgm:t>
    </dgm:pt>
    <dgm:pt modelId="{788782C5-2D3B-4C00-A1C9-8B158F0FD4F2}" type="sibTrans" cxnId="{3E76481C-DC5F-4F16-8950-90BC620BDDA7}">
      <dgm:prSet/>
      <dgm:spPr/>
      <dgm:t>
        <a:bodyPr/>
        <a:lstStyle/>
        <a:p>
          <a:endParaRPr lang="en-US"/>
        </a:p>
      </dgm:t>
    </dgm:pt>
    <dgm:pt modelId="{AC6BF570-7FE1-4C29-8992-DD63F64A1DC2}">
      <dgm:prSet/>
      <dgm:spPr/>
      <dgm:t>
        <a:bodyPr/>
        <a:lstStyle/>
        <a:p>
          <a:r>
            <a:rPr lang="en-IN" dirty="0"/>
            <a:t>SQLite Database</a:t>
          </a:r>
          <a:endParaRPr lang="en-US" dirty="0"/>
        </a:p>
      </dgm:t>
    </dgm:pt>
    <dgm:pt modelId="{EB4C1E58-7CDE-4E95-916E-813A3589619A}" type="parTrans" cxnId="{D1ED1DA8-9297-4BA9-A9D9-C89543678707}">
      <dgm:prSet/>
      <dgm:spPr/>
      <dgm:t>
        <a:bodyPr/>
        <a:lstStyle/>
        <a:p>
          <a:endParaRPr lang="en-US"/>
        </a:p>
      </dgm:t>
    </dgm:pt>
    <dgm:pt modelId="{184802D9-3689-42D8-A366-5BF3BAC6DE76}" type="sibTrans" cxnId="{D1ED1DA8-9297-4BA9-A9D9-C89543678707}">
      <dgm:prSet/>
      <dgm:spPr/>
      <dgm:t>
        <a:bodyPr/>
        <a:lstStyle/>
        <a:p>
          <a:endParaRPr lang="en-US"/>
        </a:p>
      </dgm:t>
    </dgm:pt>
    <dgm:pt modelId="{4085B208-5DED-407D-B477-54DF2C1F4223}">
      <dgm:prSet/>
      <dgm:spPr/>
      <dgm:t>
        <a:bodyPr/>
        <a:lstStyle/>
        <a:p>
          <a:r>
            <a:rPr lang="en-IN" dirty="0"/>
            <a:t>Pandas + NumPy</a:t>
          </a:r>
          <a:endParaRPr lang="en-US" dirty="0"/>
        </a:p>
      </dgm:t>
    </dgm:pt>
    <dgm:pt modelId="{ECC90326-9A36-4829-88F6-7D2688D2C3CA}" type="parTrans" cxnId="{D7C31C41-6C33-4D6F-8EAF-1983BA883FD6}">
      <dgm:prSet/>
      <dgm:spPr/>
      <dgm:t>
        <a:bodyPr/>
        <a:lstStyle/>
        <a:p>
          <a:endParaRPr lang="en-US"/>
        </a:p>
      </dgm:t>
    </dgm:pt>
    <dgm:pt modelId="{4C99DB7C-AFDE-4D74-87DB-4F796F2DF713}" type="sibTrans" cxnId="{D7C31C41-6C33-4D6F-8EAF-1983BA883FD6}">
      <dgm:prSet/>
      <dgm:spPr/>
      <dgm:t>
        <a:bodyPr/>
        <a:lstStyle/>
        <a:p>
          <a:endParaRPr lang="en-US"/>
        </a:p>
      </dgm:t>
    </dgm:pt>
    <dgm:pt modelId="{499D43B4-7F35-4F95-A80C-D2779690946F}">
      <dgm:prSet/>
      <dgm:spPr/>
      <dgm:t>
        <a:bodyPr/>
        <a:lstStyle/>
        <a:p>
          <a:r>
            <a:rPr lang="en-IN"/>
            <a:t>Analytics Dashboard</a:t>
          </a:r>
          <a:endParaRPr lang="en-US"/>
        </a:p>
      </dgm:t>
    </dgm:pt>
    <dgm:pt modelId="{F23C3D67-D03F-47DE-A501-D469ED799263}" type="parTrans" cxnId="{9E33D512-121A-4FF1-995C-484C5A40554F}">
      <dgm:prSet/>
      <dgm:spPr/>
      <dgm:t>
        <a:bodyPr/>
        <a:lstStyle/>
        <a:p>
          <a:endParaRPr lang="en-US"/>
        </a:p>
      </dgm:t>
    </dgm:pt>
    <dgm:pt modelId="{4DD61C82-A0E1-4457-A0F6-610F90C8D57A}" type="sibTrans" cxnId="{9E33D512-121A-4FF1-995C-484C5A40554F}">
      <dgm:prSet/>
      <dgm:spPr/>
      <dgm:t>
        <a:bodyPr/>
        <a:lstStyle/>
        <a:p>
          <a:endParaRPr lang="en-US"/>
        </a:p>
      </dgm:t>
    </dgm:pt>
    <dgm:pt modelId="{08120482-4583-4A3E-A98C-46A3E21962AE}" type="pres">
      <dgm:prSet presAssocID="{5A8CDE8E-AC9B-4AA8-B060-D9A461EFFD1D}" presName="Name0" presStyleCnt="0">
        <dgm:presLayoutVars>
          <dgm:dir/>
          <dgm:resizeHandles val="exact"/>
        </dgm:presLayoutVars>
      </dgm:prSet>
      <dgm:spPr/>
    </dgm:pt>
    <dgm:pt modelId="{2AA5F48C-C766-4C2F-BC9A-8921FEFEA91A}" type="pres">
      <dgm:prSet presAssocID="{33FA97F4-2ED4-4FD7-A133-3B51C88F2E4B}" presName="node" presStyleLbl="node1" presStyleIdx="0" presStyleCnt="9">
        <dgm:presLayoutVars>
          <dgm:bulletEnabled val="1"/>
        </dgm:presLayoutVars>
      </dgm:prSet>
      <dgm:spPr/>
    </dgm:pt>
    <dgm:pt modelId="{621E4779-258C-407D-8A5F-EFFC5BEBF94D}" type="pres">
      <dgm:prSet presAssocID="{080EAFE9-EDA6-4F3A-8440-B91F07B5E774}" presName="sibTrans" presStyleLbl="sibTrans1D1" presStyleIdx="0" presStyleCnt="8"/>
      <dgm:spPr/>
    </dgm:pt>
    <dgm:pt modelId="{3C6FA482-ACBB-4AF3-8E15-1BEEF8EDE96B}" type="pres">
      <dgm:prSet presAssocID="{080EAFE9-EDA6-4F3A-8440-B91F07B5E774}" presName="connectorText" presStyleLbl="sibTrans1D1" presStyleIdx="0" presStyleCnt="8"/>
      <dgm:spPr/>
    </dgm:pt>
    <dgm:pt modelId="{BF164479-2F78-4870-B3D1-95199B557984}" type="pres">
      <dgm:prSet presAssocID="{4AB44730-A631-428E-99FA-69DD619659F1}" presName="node" presStyleLbl="node1" presStyleIdx="1" presStyleCnt="9">
        <dgm:presLayoutVars>
          <dgm:bulletEnabled val="1"/>
        </dgm:presLayoutVars>
      </dgm:prSet>
      <dgm:spPr/>
    </dgm:pt>
    <dgm:pt modelId="{D335F436-DFC6-4628-89D7-93F8E3104BDF}" type="pres">
      <dgm:prSet presAssocID="{50869C89-4108-419F-9C41-35F72986FCF2}" presName="sibTrans" presStyleLbl="sibTrans1D1" presStyleIdx="1" presStyleCnt="8"/>
      <dgm:spPr/>
    </dgm:pt>
    <dgm:pt modelId="{45D3EC8F-133B-48FC-BD5E-950CC8F83155}" type="pres">
      <dgm:prSet presAssocID="{50869C89-4108-419F-9C41-35F72986FCF2}" presName="connectorText" presStyleLbl="sibTrans1D1" presStyleIdx="1" presStyleCnt="8"/>
      <dgm:spPr/>
    </dgm:pt>
    <dgm:pt modelId="{F50632FA-4DDE-41A1-AFB6-0C8C06AB4078}" type="pres">
      <dgm:prSet presAssocID="{2DD4940B-C073-4BDB-BE37-C7452CD0C433}" presName="node" presStyleLbl="node1" presStyleIdx="2" presStyleCnt="9">
        <dgm:presLayoutVars>
          <dgm:bulletEnabled val="1"/>
        </dgm:presLayoutVars>
      </dgm:prSet>
      <dgm:spPr/>
    </dgm:pt>
    <dgm:pt modelId="{355D5FE6-FD62-4140-A756-82C3C4949F2A}" type="pres">
      <dgm:prSet presAssocID="{EDD10761-37BB-4AA3-900B-B4D7A35C428B}" presName="sibTrans" presStyleLbl="sibTrans1D1" presStyleIdx="2" presStyleCnt="8"/>
      <dgm:spPr/>
    </dgm:pt>
    <dgm:pt modelId="{EEECB1AB-6A70-4C28-8AE5-A63679D12093}" type="pres">
      <dgm:prSet presAssocID="{EDD10761-37BB-4AA3-900B-B4D7A35C428B}" presName="connectorText" presStyleLbl="sibTrans1D1" presStyleIdx="2" presStyleCnt="8"/>
      <dgm:spPr/>
    </dgm:pt>
    <dgm:pt modelId="{87FB38C6-5179-4574-BF5F-C7CA98C76A0E}" type="pres">
      <dgm:prSet presAssocID="{F7EB4FE0-F789-484B-9120-5F2C0F1C4143}" presName="node" presStyleLbl="node1" presStyleIdx="3" presStyleCnt="9">
        <dgm:presLayoutVars>
          <dgm:bulletEnabled val="1"/>
        </dgm:presLayoutVars>
      </dgm:prSet>
      <dgm:spPr/>
    </dgm:pt>
    <dgm:pt modelId="{003B632E-E3B3-45BE-8965-B6595AE5A587}" type="pres">
      <dgm:prSet presAssocID="{CBBFAD3A-AC51-4D1C-AFD7-4C90B2C2DD8A}" presName="sibTrans" presStyleLbl="sibTrans1D1" presStyleIdx="3" presStyleCnt="8"/>
      <dgm:spPr/>
    </dgm:pt>
    <dgm:pt modelId="{79552457-F71B-484B-9EB8-61520D007058}" type="pres">
      <dgm:prSet presAssocID="{CBBFAD3A-AC51-4D1C-AFD7-4C90B2C2DD8A}" presName="connectorText" presStyleLbl="sibTrans1D1" presStyleIdx="3" presStyleCnt="8"/>
      <dgm:spPr/>
    </dgm:pt>
    <dgm:pt modelId="{99F10584-9C0B-483A-A041-7AF065101341}" type="pres">
      <dgm:prSet presAssocID="{08B1DBC0-E35C-44AB-8BBA-477727C0180A}" presName="node" presStyleLbl="node1" presStyleIdx="4" presStyleCnt="9">
        <dgm:presLayoutVars>
          <dgm:bulletEnabled val="1"/>
        </dgm:presLayoutVars>
      </dgm:prSet>
      <dgm:spPr/>
    </dgm:pt>
    <dgm:pt modelId="{B28018D2-4918-42D4-8DB9-657F5D72DEB0}" type="pres">
      <dgm:prSet presAssocID="{F15043A7-38B7-4343-9F3D-587A1977A2FC}" presName="sibTrans" presStyleLbl="sibTrans1D1" presStyleIdx="4" presStyleCnt="8"/>
      <dgm:spPr/>
    </dgm:pt>
    <dgm:pt modelId="{7594686C-7FC8-4DC0-82E9-9EDEBE61BB3B}" type="pres">
      <dgm:prSet presAssocID="{F15043A7-38B7-4343-9F3D-587A1977A2FC}" presName="connectorText" presStyleLbl="sibTrans1D1" presStyleIdx="4" presStyleCnt="8"/>
      <dgm:spPr/>
    </dgm:pt>
    <dgm:pt modelId="{2231C14B-D5D5-4374-89DB-B33EB4382431}" type="pres">
      <dgm:prSet presAssocID="{F59239AE-A5BF-431B-B5A2-51AF1DB1CA0F}" presName="node" presStyleLbl="node1" presStyleIdx="5" presStyleCnt="9">
        <dgm:presLayoutVars>
          <dgm:bulletEnabled val="1"/>
        </dgm:presLayoutVars>
      </dgm:prSet>
      <dgm:spPr/>
    </dgm:pt>
    <dgm:pt modelId="{1763AB11-64E0-4A10-B877-49ED60AE2B19}" type="pres">
      <dgm:prSet presAssocID="{788782C5-2D3B-4C00-A1C9-8B158F0FD4F2}" presName="sibTrans" presStyleLbl="sibTrans1D1" presStyleIdx="5" presStyleCnt="8"/>
      <dgm:spPr/>
    </dgm:pt>
    <dgm:pt modelId="{A0E68EA9-17D4-4B35-B82B-5ADC22514956}" type="pres">
      <dgm:prSet presAssocID="{788782C5-2D3B-4C00-A1C9-8B158F0FD4F2}" presName="connectorText" presStyleLbl="sibTrans1D1" presStyleIdx="5" presStyleCnt="8"/>
      <dgm:spPr/>
    </dgm:pt>
    <dgm:pt modelId="{F5E7A215-66E4-4E58-AEEF-CA910B9478D5}" type="pres">
      <dgm:prSet presAssocID="{AC6BF570-7FE1-4C29-8992-DD63F64A1DC2}" presName="node" presStyleLbl="node1" presStyleIdx="6" presStyleCnt="9">
        <dgm:presLayoutVars>
          <dgm:bulletEnabled val="1"/>
        </dgm:presLayoutVars>
      </dgm:prSet>
      <dgm:spPr/>
    </dgm:pt>
    <dgm:pt modelId="{03B6D5B4-54C5-4B8D-9275-D4A16B04DEFC}" type="pres">
      <dgm:prSet presAssocID="{184802D9-3689-42D8-A366-5BF3BAC6DE76}" presName="sibTrans" presStyleLbl="sibTrans1D1" presStyleIdx="6" presStyleCnt="8"/>
      <dgm:spPr/>
    </dgm:pt>
    <dgm:pt modelId="{BACA3F40-C08D-4217-A19E-9D8FA2594BEC}" type="pres">
      <dgm:prSet presAssocID="{184802D9-3689-42D8-A366-5BF3BAC6DE76}" presName="connectorText" presStyleLbl="sibTrans1D1" presStyleIdx="6" presStyleCnt="8"/>
      <dgm:spPr/>
    </dgm:pt>
    <dgm:pt modelId="{3103DC5A-E607-4E21-9568-5A0289266A13}" type="pres">
      <dgm:prSet presAssocID="{4085B208-5DED-407D-B477-54DF2C1F4223}" presName="node" presStyleLbl="node1" presStyleIdx="7" presStyleCnt="9">
        <dgm:presLayoutVars>
          <dgm:bulletEnabled val="1"/>
        </dgm:presLayoutVars>
      </dgm:prSet>
      <dgm:spPr/>
    </dgm:pt>
    <dgm:pt modelId="{55F33C77-FC37-42AD-9E3D-D437CBF21CBD}" type="pres">
      <dgm:prSet presAssocID="{4C99DB7C-AFDE-4D74-87DB-4F796F2DF713}" presName="sibTrans" presStyleLbl="sibTrans1D1" presStyleIdx="7" presStyleCnt="8"/>
      <dgm:spPr/>
    </dgm:pt>
    <dgm:pt modelId="{CF5C6B44-6258-4A49-A1E8-6011E50B1FB2}" type="pres">
      <dgm:prSet presAssocID="{4C99DB7C-AFDE-4D74-87DB-4F796F2DF713}" presName="connectorText" presStyleLbl="sibTrans1D1" presStyleIdx="7" presStyleCnt="8"/>
      <dgm:spPr/>
    </dgm:pt>
    <dgm:pt modelId="{8D4DA7C0-1FDD-42F4-A5B8-302EA306C30B}" type="pres">
      <dgm:prSet presAssocID="{499D43B4-7F35-4F95-A80C-D2779690946F}" presName="node" presStyleLbl="node1" presStyleIdx="8" presStyleCnt="9">
        <dgm:presLayoutVars>
          <dgm:bulletEnabled val="1"/>
        </dgm:presLayoutVars>
      </dgm:prSet>
      <dgm:spPr/>
    </dgm:pt>
  </dgm:ptLst>
  <dgm:cxnLst>
    <dgm:cxn modelId="{5DFFDF00-E098-4C3F-9131-2FE24B414CB6}" type="presOf" srcId="{4085B208-5DED-407D-B477-54DF2C1F4223}" destId="{3103DC5A-E607-4E21-9568-5A0289266A13}" srcOrd="0" destOrd="0" presId="urn:microsoft.com/office/officeart/2016/7/layout/RepeatingBendingProcessNew"/>
    <dgm:cxn modelId="{0BF9CA05-AD1C-4AE5-AEE4-3DFD1C21B56D}" type="presOf" srcId="{50869C89-4108-419F-9C41-35F72986FCF2}" destId="{45D3EC8F-133B-48FC-BD5E-950CC8F83155}" srcOrd="1" destOrd="0" presId="urn:microsoft.com/office/officeart/2016/7/layout/RepeatingBendingProcessNew"/>
    <dgm:cxn modelId="{1DBCA408-0E9A-433A-82F9-AC9CC34C5824}" type="presOf" srcId="{F15043A7-38B7-4343-9F3D-587A1977A2FC}" destId="{7594686C-7FC8-4DC0-82E9-9EDEBE61BB3B}" srcOrd="1" destOrd="0" presId="urn:microsoft.com/office/officeart/2016/7/layout/RepeatingBendingProcessNew"/>
    <dgm:cxn modelId="{9E33D512-121A-4FF1-995C-484C5A40554F}" srcId="{5A8CDE8E-AC9B-4AA8-B060-D9A461EFFD1D}" destId="{499D43B4-7F35-4F95-A80C-D2779690946F}" srcOrd="8" destOrd="0" parTransId="{F23C3D67-D03F-47DE-A501-D469ED799263}" sibTransId="{4DD61C82-A0E1-4457-A0F6-610F90C8D57A}"/>
    <dgm:cxn modelId="{3E76481C-DC5F-4F16-8950-90BC620BDDA7}" srcId="{5A8CDE8E-AC9B-4AA8-B060-D9A461EFFD1D}" destId="{F59239AE-A5BF-431B-B5A2-51AF1DB1CA0F}" srcOrd="5" destOrd="0" parTransId="{75F8994D-B44E-45CC-B062-8FF3B99841B4}" sibTransId="{788782C5-2D3B-4C00-A1C9-8B158F0FD4F2}"/>
    <dgm:cxn modelId="{DF58DB21-32BA-4CF3-8CB3-440619FD1F07}" type="presOf" srcId="{EDD10761-37BB-4AA3-900B-B4D7A35C428B}" destId="{355D5FE6-FD62-4140-A756-82C3C4949F2A}" srcOrd="0" destOrd="0" presId="urn:microsoft.com/office/officeart/2016/7/layout/RepeatingBendingProcessNew"/>
    <dgm:cxn modelId="{2C463524-75BB-44D5-9225-A45F2D741CF3}" type="presOf" srcId="{080EAFE9-EDA6-4F3A-8440-B91F07B5E774}" destId="{3C6FA482-ACBB-4AF3-8E15-1BEEF8EDE96B}" srcOrd="1" destOrd="0" presId="urn:microsoft.com/office/officeart/2016/7/layout/RepeatingBendingProcessNew"/>
    <dgm:cxn modelId="{D27A0D2D-0679-4291-A895-5AA9BEBEC7BD}" srcId="{5A8CDE8E-AC9B-4AA8-B060-D9A461EFFD1D}" destId="{4AB44730-A631-428E-99FA-69DD619659F1}" srcOrd="1" destOrd="0" parTransId="{B8F2EDC2-F687-4819-924C-61CDA1743D60}" sibTransId="{50869C89-4108-419F-9C41-35F72986FCF2}"/>
    <dgm:cxn modelId="{90629232-2E10-430F-A17B-81B1D878FF73}" srcId="{5A8CDE8E-AC9B-4AA8-B060-D9A461EFFD1D}" destId="{33FA97F4-2ED4-4FD7-A133-3B51C88F2E4B}" srcOrd="0" destOrd="0" parTransId="{864E9D90-5BE4-4195-A617-FC742A595B37}" sibTransId="{080EAFE9-EDA6-4F3A-8440-B91F07B5E774}"/>
    <dgm:cxn modelId="{391DA534-BC36-4422-84BC-7B5A964D6DC1}" type="presOf" srcId="{33FA97F4-2ED4-4FD7-A133-3B51C88F2E4B}" destId="{2AA5F48C-C766-4C2F-BC9A-8921FEFEA91A}" srcOrd="0" destOrd="0" presId="urn:microsoft.com/office/officeart/2016/7/layout/RepeatingBendingProcessNew"/>
    <dgm:cxn modelId="{4B42133B-5F1D-4F14-9B34-CEEF197AC164}" type="presOf" srcId="{F7EB4FE0-F789-484B-9120-5F2C0F1C4143}" destId="{87FB38C6-5179-4574-BF5F-C7CA98C76A0E}" srcOrd="0" destOrd="0" presId="urn:microsoft.com/office/officeart/2016/7/layout/RepeatingBendingProcessNew"/>
    <dgm:cxn modelId="{99A8F63C-6F09-428C-BC9F-C56CF2117E56}" type="presOf" srcId="{184802D9-3689-42D8-A366-5BF3BAC6DE76}" destId="{BACA3F40-C08D-4217-A19E-9D8FA2594BEC}" srcOrd="1" destOrd="0" presId="urn:microsoft.com/office/officeart/2016/7/layout/RepeatingBendingProcessNew"/>
    <dgm:cxn modelId="{D7C31C41-6C33-4D6F-8EAF-1983BA883FD6}" srcId="{5A8CDE8E-AC9B-4AA8-B060-D9A461EFFD1D}" destId="{4085B208-5DED-407D-B477-54DF2C1F4223}" srcOrd="7" destOrd="0" parTransId="{ECC90326-9A36-4829-88F6-7D2688D2C3CA}" sibTransId="{4C99DB7C-AFDE-4D74-87DB-4F796F2DF713}"/>
    <dgm:cxn modelId="{006C6B63-5C02-4092-B90B-9A692F6A6D20}" type="presOf" srcId="{CBBFAD3A-AC51-4D1C-AFD7-4C90B2C2DD8A}" destId="{003B632E-E3B3-45BE-8965-B6595AE5A587}" srcOrd="0" destOrd="0" presId="urn:microsoft.com/office/officeart/2016/7/layout/RepeatingBendingProcessNew"/>
    <dgm:cxn modelId="{8DC57A45-26BF-40C3-8EFE-B4850ED2C3D5}" type="presOf" srcId="{4C99DB7C-AFDE-4D74-87DB-4F796F2DF713}" destId="{CF5C6B44-6258-4A49-A1E8-6011E50B1FB2}" srcOrd="1" destOrd="0" presId="urn:microsoft.com/office/officeart/2016/7/layout/RepeatingBendingProcessNew"/>
    <dgm:cxn modelId="{797E6166-C256-4BCC-ABA8-C2472F541550}" type="presOf" srcId="{499D43B4-7F35-4F95-A80C-D2779690946F}" destId="{8D4DA7C0-1FDD-42F4-A5B8-302EA306C30B}" srcOrd="0" destOrd="0" presId="urn:microsoft.com/office/officeart/2016/7/layout/RepeatingBendingProcessNew"/>
    <dgm:cxn modelId="{CD87664C-2091-4B51-B0D0-C0E906BADB1C}" type="presOf" srcId="{2DD4940B-C073-4BDB-BE37-C7452CD0C433}" destId="{F50632FA-4DDE-41A1-AFB6-0C8C06AB4078}" srcOrd="0" destOrd="0" presId="urn:microsoft.com/office/officeart/2016/7/layout/RepeatingBendingProcessNew"/>
    <dgm:cxn modelId="{B1492171-B7FF-457E-B6F4-01FACE7E558A}" type="presOf" srcId="{F15043A7-38B7-4343-9F3D-587A1977A2FC}" destId="{B28018D2-4918-42D4-8DB9-657F5D72DEB0}" srcOrd="0" destOrd="0" presId="urn:microsoft.com/office/officeart/2016/7/layout/RepeatingBendingProcessNew"/>
    <dgm:cxn modelId="{0A986184-609A-4AC4-9A51-30EDA3EAA03F}" type="presOf" srcId="{4C99DB7C-AFDE-4D74-87DB-4F796F2DF713}" destId="{55F33C77-FC37-42AD-9E3D-D437CBF21CBD}" srcOrd="0" destOrd="0" presId="urn:microsoft.com/office/officeart/2016/7/layout/RepeatingBendingProcessNew"/>
    <dgm:cxn modelId="{C7DA9386-AF40-407D-816D-DD4F9A6FD3B1}" type="presOf" srcId="{5A8CDE8E-AC9B-4AA8-B060-D9A461EFFD1D}" destId="{08120482-4583-4A3E-A98C-46A3E21962AE}" srcOrd="0" destOrd="0" presId="urn:microsoft.com/office/officeart/2016/7/layout/RepeatingBendingProcessNew"/>
    <dgm:cxn modelId="{C2B9829B-AD6F-4EC1-9D73-D53EE056EC44}" type="presOf" srcId="{AC6BF570-7FE1-4C29-8992-DD63F64A1DC2}" destId="{F5E7A215-66E4-4E58-AEEF-CA910B9478D5}" srcOrd="0" destOrd="0" presId="urn:microsoft.com/office/officeart/2016/7/layout/RepeatingBendingProcessNew"/>
    <dgm:cxn modelId="{70F3D4A4-FF06-4452-B073-0CAD686C7BB8}" srcId="{5A8CDE8E-AC9B-4AA8-B060-D9A461EFFD1D}" destId="{2DD4940B-C073-4BDB-BE37-C7452CD0C433}" srcOrd="2" destOrd="0" parTransId="{8FBDB7DA-C87B-4135-A440-EBE336969662}" sibTransId="{EDD10761-37BB-4AA3-900B-B4D7A35C428B}"/>
    <dgm:cxn modelId="{D1ED1DA8-9297-4BA9-A9D9-C89543678707}" srcId="{5A8CDE8E-AC9B-4AA8-B060-D9A461EFFD1D}" destId="{AC6BF570-7FE1-4C29-8992-DD63F64A1DC2}" srcOrd="6" destOrd="0" parTransId="{EB4C1E58-7CDE-4E95-916E-813A3589619A}" sibTransId="{184802D9-3689-42D8-A366-5BF3BAC6DE76}"/>
    <dgm:cxn modelId="{1F8C79B5-D2EB-4837-BF55-8B101D9230F0}" type="presOf" srcId="{F59239AE-A5BF-431B-B5A2-51AF1DB1CA0F}" destId="{2231C14B-D5D5-4374-89DB-B33EB4382431}" srcOrd="0" destOrd="0" presId="urn:microsoft.com/office/officeart/2016/7/layout/RepeatingBendingProcessNew"/>
    <dgm:cxn modelId="{191457C2-F211-4BB2-B13A-DF755E3EF41A}" type="presOf" srcId="{788782C5-2D3B-4C00-A1C9-8B158F0FD4F2}" destId="{A0E68EA9-17D4-4B35-B82B-5ADC22514956}" srcOrd="1" destOrd="0" presId="urn:microsoft.com/office/officeart/2016/7/layout/RepeatingBendingProcessNew"/>
    <dgm:cxn modelId="{B48BA2C5-50D2-4B99-BA73-2C472C3B2271}" type="presOf" srcId="{184802D9-3689-42D8-A366-5BF3BAC6DE76}" destId="{03B6D5B4-54C5-4B8D-9275-D4A16B04DEFC}" srcOrd="0" destOrd="0" presId="urn:microsoft.com/office/officeart/2016/7/layout/RepeatingBendingProcessNew"/>
    <dgm:cxn modelId="{CF878DC6-EE5E-43DB-AD32-1182278006DE}" srcId="{5A8CDE8E-AC9B-4AA8-B060-D9A461EFFD1D}" destId="{F7EB4FE0-F789-484B-9120-5F2C0F1C4143}" srcOrd="3" destOrd="0" parTransId="{58CE6C2C-1547-4DA5-BF78-50A12114579B}" sibTransId="{CBBFAD3A-AC51-4D1C-AFD7-4C90B2C2DD8A}"/>
    <dgm:cxn modelId="{91F2D4CE-E299-4A9A-8134-822DA5F028D2}" type="presOf" srcId="{08B1DBC0-E35C-44AB-8BBA-477727C0180A}" destId="{99F10584-9C0B-483A-A041-7AF065101341}" srcOrd="0" destOrd="0" presId="urn:microsoft.com/office/officeart/2016/7/layout/RepeatingBendingProcessNew"/>
    <dgm:cxn modelId="{6CC273E4-6B11-408B-862F-96067C65EC46}" type="presOf" srcId="{788782C5-2D3B-4C00-A1C9-8B158F0FD4F2}" destId="{1763AB11-64E0-4A10-B877-49ED60AE2B19}" srcOrd="0" destOrd="0" presId="urn:microsoft.com/office/officeart/2016/7/layout/RepeatingBendingProcessNew"/>
    <dgm:cxn modelId="{C886ADE6-E781-487B-87FE-C56EBFFCBB03}" type="presOf" srcId="{50869C89-4108-419F-9C41-35F72986FCF2}" destId="{D335F436-DFC6-4628-89D7-93F8E3104BDF}" srcOrd="0" destOrd="0" presId="urn:microsoft.com/office/officeart/2016/7/layout/RepeatingBendingProcessNew"/>
    <dgm:cxn modelId="{BADC52F1-D0C2-4DF0-8A04-9154001A3FCE}" type="presOf" srcId="{EDD10761-37BB-4AA3-900B-B4D7A35C428B}" destId="{EEECB1AB-6A70-4C28-8AE5-A63679D12093}" srcOrd="1" destOrd="0" presId="urn:microsoft.com/office/officeart/2016/7/layout/RepeatingBendingProcessNew"/>
    <dgm:cxn modelId="{7130ABF1-E531-4BA7-BC00-6550DED48CE7}" type="presOf" srcId="{4AB44730-A631-428E-99FA-69DD619659F1}" destId="{BF164479-2F78-4870-B3D1-95199B557984}" srcOrd="0" destOrd="0" presId="urn:microsoft.com/office/officeart/2016/7/layout/RepeatingBendingProcessNew"/>
    <dgm:cxn modelId="{BBE6C1F1-D42B-4451-8202-8EBA3ED034D6}" srcId="{5A8CDE8E-AC9B-4AA8-B060-D9A461EFFD1D}" destId="{08B1DBC0-E35C-44AB-8BBA-477727C0180A}" srcOrd="4" destOrd="0" parTransId="{2BC2504C-56FC-4EB9-A6BE-997DE08C4AD1}" sibTransId="{F15043A7-38B7-4343-9F3D-587A1977A2FC}"/>
    <dgm:cxn modelId="{F2CB64F8-BA09-4D45-9436-6304AC41EFC5}" type="presOf" srcId="{080EAFE9-EDA6-4F3A-8440-B91F07B5E774}" destId="{621E4779-258C-407D-8A5F-EFFC5BEBF94D}" srcOrd="0" destOrd="0" presId="urn:microsoft.com/office/officeart/2016/7/layout/RepeatingBendingProcessNew"/>
    <dgm:cxn modelId="{0C04ADFE-C55A-4992-BB0F-B0E9A2FF5802}" type="presOf" srcId="{CBBFAD3A-AC51-4D1C-AFD7-4C90B2C2DD8A}" destId="{79552457-F71B-484B-9EB8-61520D007058}" srcOrd="1" destOrd="0" presId="urn:microsoft.com/office/officeart/2016/7/layout/RepeatingBendingProcessNew"/>
    <dgm:cxn modelId="{9E89089B-1FD2-4492-BA0B-A1AEBBA2EC1F}" type="presParOf" srcId="{08120482-4583-4A3E-A98C-46A3E21962AE}" destId="{2AA5F48C-C766-4C2F-BC9A-8921FEFEA91A}" srcOrd="0" destOrd="0" presId="urn:microsoft.com/office/officeart/2016/7/layout/RepeatingBendingProcessNew"/>
    <dgm:cxn modelId="{4F59595E-FE28-4A0C-8D04-A582D22D67E5}" type="presParOf" srcId="{08120482-4583-4A3E-A98C-46A3E21962AE}" destId="{621E4779-258C-407D-8A5F-EFFC5BEBF94D}" srcOrd="1" destOrd="0" presId="urn:microsoft.com/office/officeart/2016/7/layout/RepeatingBendingProcessNew"/>
    <dgm:cxn modelId="{08AE80BD-C5E3-4951-8F47-08AC7C6F801F}" type="presParOf" srcId="{621E4779-258C-407D-8A5F-EFFC5BEBF94D}" destId="{3C6FA482-ACBB-4AF3-8E15-1BEEF8EDE96B}" srcOrd="0" destOrd="0" presId="urn:microsoft.com/office/officeart/2016/7/layout/RepeatingBendingProcessNew"/>
    <dgm:cxn modelId="{FA3ABA7E-7C79-4B76-9059-5E9EF2CAF751}" type="presParOf" srcId="{08120482-4583-4A3E-A98C-46A3E21962AE}" destId="{BF164479-2F78-4870-B3D1-95199B557984}" srcOrd="2" destOrd="0" presId="urn:microsoft.com/office/officeart/2016/7/layout/RepeatingBendingProcessNew"/>
    <dgm:cxn modelId="{17BACE64-3362-4CCF-A5BE-75832A274EA0}" type="presParOf" srcId="{08120482-4583-4A3E-A98C-46A3E21962AE}" destId="{D335F436-DFC6-4628-89D7-93F8E3104BDF}" srcOrd="3" destOrd="0" presId="urn:microsoft.com/office/officeart/2016/7/layout/RepeatingBendingProcessNew"/>
    <dgm:cxn modelId="{83A15051-63E1-47AB-901C-00D38837F838}" type="presParOf" srcId="{D335F436-DFC6-4628-89D7-93F8E3104BDF}" destId="{45D3EC8F-133B-48FC-BD5E-950CC8F83155}" srcOrd="0" destOrd="0" presId="urn:microsoft.com/office/officeart/2016/7/layout/RepeatingBendingProcessNew"/>
    <dgm:cxn modelId="{3061B7DB-F607-4975-AE9E-03E4DBC76DCF}" type="presParOf" srcId="{08120482-4583-4A3E-A98C-46A3E21962AE}" destId="{F50632FA-4DDE-41A1-AFB6-0C8C06AB4078}" srcOrd="4" destOrd="0" presId="urn:microsoft.com/office/officeart/2016/7/layout/RepeatingBendingProcessNew"/>
    <dgm:cxn modelId="{B9F78CFE-7949-4FCE-8F43-77C1C3286359}" type="presParOf" srcId="{08120482-4583-4A3E-A98C-46A3E21962AE}" destId="{355D5FE6-FD62-4140-A756-82C3C4949F2A}" srcOrd="5" destOrd="0" presId="urn:microsoft.com/office/officeart/2016/7/layout/RepeatingBendingProcessNew"/>
    <dgm:cxn modelId="{3BB2A99C-D87D-4D12-A75D-C7F69824090E}" type="presParOf" srcId="{355D5FE6-FD62-4140-A756-82C3C4949F2A}" destId="{EEECB1AB-6A70-4C28-8AE5-A63679D12093}" srcOrd="0" destOrd="0" presId="urn:microsoft.com/office/officeart/2016/7/layout/RepeatingBendingProcessNew"/>
    <dgm:cxn modelId="{B7144FE7-B284-413A-A05F-47EDF1973155}" type="presParOf" srcId="{08120482-4583-4A3E-A98C-46A3E21962AE}" destId="{87FB38C6-5179-4574-BF5F-C7CA98C76A0E}" srcOrd="6" destOrd="0" presId="urn:microsoft.com/office/officeart/2016/7/layout/RepeatingBendingProcessNew"/>
    <dgm:cxn modelId="{EAA45C40-F480-4651-A35C-02297659CB26}" type="presParOf" srcId="{08120482-4583-4A3E-A98C-46A3E21962AE}" destId="{003B632E-E3B3-45BE-8965-B6595AE5A587}" srcOrd="7" destOrd="0" presId="urn:microsoft.com/office/officeart/2016/7/layout/RepeatingBendingProcessNew"/>
    <dgm:cxn modelId="{7670604E-A47B-4013-A695-101474FCFB58}" type="presParOf" srcId="{003B632E-E3B3-45BE-8965-B6595AE5A587}" destId="{79552457-F71B-484B-9EB8-61520D007058}" srcOrd="0" destOrd="0" presId="urn:microsoft.com/office/officeart/2016/7/layout/RepeatingBendingProcessNew"/>
    <dgm:cxn modelId="{171EBE8F-AB47-4D88-8957-E832B0B69E88}" type="presParOf" srcId="{08120482-4583-4A3E-A98C-46A3E21962AE}" destId="{99F10584-9C0B-483A-A041-7AF065101341}" srcOrd="8" destOrd="0" presId="urn:microsoft.com/office/officeart/2016/7/layout/RepeatingBendingProcessNew"/>
    <dgm:cxn modelId="{5FF2C747-9FB2-43DC-A1BA-CAABD5503069}" type="presParOf" srcId="{08120482-4583-4A3E-A98C-46A3E21962AE}" destId="{B28018D2-4918-42D4-8DB9-657F5D72DEB0}" srcOrd="9" destOrd="0" presId="urn:microsoft.com/office/officeart/2016/7/layout/RepeatingBendingProcessNew"/>
    <dgm:cxn modelId="{6B94AF26-1E85-4916-82A3-DC468D3C42F2}" type="presParOf" srcId="{B28018D2-4918-42D4-8DB9-657F5D72DEB0}" destId="{7594686C-7FC8-4DC0-82E9-9EDEBE61BB3B}" srcOrd="0" destOrd="0" presId="urn:microsoft.com/office/officeart/2016/7/layout/RepeatingBendingProcessNew"/>
    <dgm:cxn modelId="{9136A947-A5C9-4BB2-9C55-52976F0F3DC7}" type="presParOf" srcId="{08120482-4583-4A3E-A98C-46A3E21962AE}" destId="{2231C14B-D5D5-4374-89DB-B33EB4382431}" srcOrd="10" destOrd="0" presId="urn:microsoft.com/office/officeart/2016/7/layout/RepeatingBendingProcessNew"/>
    <dgm:cxn modelId="{493714B8-E179-43AC-9D9D-11FE8344101D}" type="presParOf" srcId="{08120482-4583-4A3E-A98C-46A3E21962AE}" destId="{1763AB11-64E0-4A10-B877-49ED60AE2B19}" srcOrd="11" destOrd="0" presId="urn:microsoft.com/office/officeart/2016/7/layout/RepeatingBendingProcessNew"/>
    <dgm:cxn modelId="{54DC192A-CA1D-45EA-9830-9F343C82ED50}" type="presParOf" srcId="{1763AB11-64E0-4A10-B877-49ED60AE2B19}" destId="{A0E68EA9-17D4-4B35-B82B-5ADC22514956}" srcOrd="0" destOrd="0" presId="urn:microsoft.com/office/officeart/2016/7/layout/RepeatingBendingProcessNew"/>
    <dgm:cxn modelId="{E21AB599-5EFB-45B5-8579-E746EFC38715}" type="presParOf" srcId="{08120482-4583-4A3E-A98C-46A3E21962AE}" destId="{F5E7A215-66E4-4E58-AEEF-CA910B9478D5}" srcOrd="12" destOrd="0" presId="urn:microsoft.com/office/officeart/2016/7/layout/RepeatingBendingProcessNew"/>
    <dgm:cxn modelId="{408ECE72-A12A-4CD4-B6F1-6D08479402A3}" type="presParOf" srcId="{08120482-4583-4A3E-A98C-46A3E21962AE}" destId="{03B6D5B4-54C5-4B8D-9275-D4A16B04DEFC}" srcOrd="13" destOrd="0" presId="urn:microsoft.com/office/officeart/2016/7/layout/RepeatingBendingProcessNew"/>
    <dgm:cxn modelId="{CD40077B-A0FA-4C56-9224-84FC77200A68}" type="presParOf" srcId="{03B6D5B4-54C5-4B8D-9275-D4A16B04DEFC}" destId="{BACA3F40-C08D-4217-A19E-9D8FA2594BEC}" srcOrd="0" destOrd="0" presId="urn:microsoft.com/office/officeart/2016/7/layout/RepeatingBendingProcessNew"/>
    <dgm:cxn modelId="{199ABD92-F8DD-4318-8809-DA8427F3B2DA}" type="presParOf" srcId="{08120482-4583-4A3E-A98C-46A3E21962AE}" destId="{3103DC5A-E607-4E21-9568-5A0289266A13}" srcOrd="14" destOrd="0" presId="urn:microsoft.com/office/officeart/2016/7/layout/RepeatingBendingProcessNew"/>
    <dgm:cxn modelId="{958C14A4-0467-4B67-B0DD-47CA6A067E1E}" type="presParOf" srcId="{08120482-4583-4A3E-A98C-46A3E21962AE}" destId="{55F33C77-FC37-42AD-9E3D-D437CBF21CBD}" srcOrd="15" destOrd="0" presId="urn:microsoft.com/office/officeart/2016/7/layout/RepeatingBendingProcessNew"/>
    <dgm:cxn modelId="{65B51F08-BCDA-48B4-B0EB-7449339C84FD}" type="presParOf" srcId="{55F33C77-FC37-42AD-9E3D-D437CBF21CBD}" destId="{CF5C6B44-6258-4A49-A1E8-6011E50B1FB2}" srcOrd="0" destOrd="0" presId="urn:microsoft.com/office/officeart/2016/7/layout/RepeatingBendingProcessNew"/>
    <dgm:cxn modelId="{9902EA59-12B4-47F7-B3FE-C6237CF9259B}" type="presParOf" srcId="{08120482-4583-4A3E-A98C-46A3E21962AE}" destId="{8D4DA7C0-1FDD-42F4-A5B8-302EA306C30B}" srcOrd="16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BC61632-DDCA-4112-9C10-B64E329131DF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98E2CE6C-88D5-4D94-99D5-F40F3BC85C0C}">
      <dgm:prSet/>
      <dgm:spPr/>
      <dgm:t>
        <a:bodyPr/>
        <a:lstStyle/>
        <a:p>
          <a:pPr>
            <a:defRPr cap="all"/>
          </a:pPr>
          <a:r>
            <a:rPr lang="en-IN"/>
            <a:t>Patient Module </a:t>
          </a:r>
          <a:endParaRPr lang="en-US"/>
        </a:p>
      </dgm:t>
    </dgm:pt>
    <dgm:pt modelId="{7737272C-D417-45EE-8259-B1AEFC9BBAA8}" type="parTrans" cxnId="{EF6956B6-5C7A-4522-AC0B-3FD38D8F84F7}">
      <dgm:prSet/>
      <dgm:spPr/>
      <dgm:t>
        <a:bodyPr/>
        <a:lstStyle/>
        <a:p>
          <a:endParaRPr lang="en-US"/>
        </a:p>
      </dgm:t>
    </dgm:pt>
    <dgm:pt modelId="{B9EDF54C-FF2D-4674-94B1-5F269180A13C}" type="sibTrans" cxnId="{EF6956B6-5C7A-4522-AC0B-3FD38D8F84F7}">
      <dgm:prSet/>
      <dgm:spPr/>
      <dgm:t>
        <a:bodyPr/>
        <a:lstStyle/>
        <a:p>
          <a:endParaRPr lang="en-US"/>
        </a:p>
      </dgm:t>
    </dgm:pt>
    <dgm:pt modelId="{90D05F84-EDAC-49AA-BC85-8DF2C044B844}">
      <dgm:prSet/>
      <dgm:spPr/>
      <dgm:t>
        <a:bodyPr/>
        <a:lstStyle/>
        <a:p>
          <a:pPr>
            <a:defRPr cap="all"/>
          </a:pPr>
          <a:r>
            <a:rPr lang="en-IN"/>
            <a:t>Doctor Module </a:t>
          </a:r>
          <a:endParaRPr lang="en-US"/>
        </a:p>
      </dgm:t>
    </dgm:pt>
    <dgm:pt modelId="{97C39F0D-A8EC-42E6-8CCB-31E9A9BCD57A}" type="parTrans" cxnId="{988AB084-92AC-467F-A6B2-CFC7BB56233A}">
      <dgm:prSet/>
      <dgm:spPr/>
      <dgm:t>
        <a:bodyPr/>
        <a:lstStyle/>
        <a:p>
          <a:endParaRPr lang="en-US"/>
        </a:p>
      </dgm:t>
    </dgm:pt>
    <dgm:pt modelId="{0810EC19-C927-45A5-92D6-58AFAB518A67}" type="sibTrans" cxnId="{988AB084-92AC-467F-A6B2-CFC7BB56233A}">
      <dgm:prSet/>
      <dgm:spPr/>
      <dgm:t>
        <a:bodyPr/>
        <a:lstStyle/>
        <a:p>
          <a:endParaRPr lang="en-US"/>
        </a:p>
      </dgm:t>
    </dgm:pt>
    <dgm:pt modelId="{08CA9EE8-689C-4F58-A169-0D5A55395748}">
      <dgm:prSet/>
      <dgm:spPr/>
      <dgm:t>
        <a:bodyPr/>
        <a:lstStyle/>
        <a:p>
          <a:pPr>
            <a:defRPr cap="all"/>
          </a:pPr>
          <a:r>
            <a:rPr lang="en-IN"/>
            <a:t>Appointment Module </a:t>
          </a:r>
          <a:endParaRPr lang="en-US"/>
        </a:p>
      </dgm:t>
    </dgm:pt>
    <dgm:pt modelId="{9678366A-10CB-472B-96F0-95BAF0002681}" type="parTrans" cxnId="{75D1D257-FA8F-4D54-B8FD-3A632ADA84DF}">
      <dgm:prSet/>
      <dgm:spPr/>
      <dgm:t>
        <a:bodyPr/>
        <a:lstStyle/>
        <a:p>
          <a:endParaRPr lang="en-US"/>
        </a:p>
      </dgm:t>
    </dgm:pt>
    <dgm:pt modelId="{F7AD6A5A-C647-4C99-8527-63355072A994}" type="sibTrans" cxnId="{75D1D257-FA8F-4D54-B8FD-3A632ADA84DF}">
      <dgm:prSet/>
      <dgm:spPr/>
      <dgm:t>
        <a:bodyPr/>
        <a:lstStyle/>
        <a:p>
          <a:endParaRPr lang="en-US"/>
        </a:p>
      </dgm:t>
    </dgm:pt>
    <dgm:pt modelId="{BABC5F56-C543-4F5B-9D07-1F2C25DED5AB}">
      <dgm:prSet/>
      <dgm:spPr/>
      <dgm:t>
        <a:bodyPr/>
        <a:lstStyle/>
        <a:p>
          <a:pPr>
            <a:defRPr cap="all"/>
          </a:pPr>
          <a:r>
            <a:rPr lang="en-IN"/>
            <a:t>Billing Module </a:t>
          </a:r>
          <a:endParaRPr lang="en-US"/>
        </a:p>
      </dgm:t>
    </dgm:pt>
    <dgm:pt modelId="{0F1C6E0B-A398-48A6-9C32-B5957A8F5B77}" type="parTrans" cxnId="{63847D46-806A-4E28-BE65-9EA4AEA22182}">
      <dgm:prSet/>
      <dgm:spPr/>
      <dgm:t>
        <a:bodyPr/>
        <a:lstStyle/>
        <a:p>
          <a:endParaRPr lang="en-US"/>
        </a:p>
      </dgm:t>
    </dgm:pt>
    <dgm:pt modelId="{FC7151E3-3805-4BAD-8348-1CB8F7F687D0}" type="sibTrans" cxnId="{63847D46-806A-4E28-BE65-9EA4AEA22182}">
      <dgm:prSet/>
      <dgm:spPr/>
      <dgm:t>
        <a:bodyPr/>
        <a:lstStyle/>
        <a:p>
          <a:endParaRPr lang="en-US"/>
        </a:p>
      </dgm:t>
    </dgm:pt>
    <dgm:pt modelId="{333E52DD-50EC-4A5A-86E2-249DBADF5C5B}">
      <dgm:prSet/>
      <dgm:spPr/>
      <dgm:t>
        <a:bodyPr/>
        <a:lstStyle/>
        <a:p>
          <a:pPr>
            <a:defRPr cap="all"/>
          </a:pPr>
          <a:r>
            <a:rPr lang="en-IN"/>
            <a:t>Pharmacy Module </a:t>
          </a:r>
          <a:endParaRPr lang="en-US"/>
        </a:p>
      </dgm:t>
    </dgm:pt>
    <dgm:pt modelId="{CB6E7D90-F58E-442A-8EEC-EAF0ECCBD7AE}" type="parTrans" cxnId="{76CF0059-8063-463B-B7AB-102F04D6693D}">
      <dgm:prSet/>
      <dgm:spPr/>
      <dgm:t>
        <a:bodyPr/>
        <a:lstStyle/>
        <a:p>
          <a:endParaRPr lang="en-US"/>
        </a:p>
      </dgm:t>
    </dgm:pt>
    <dgm:pt modelId="{FF6B419E-252E-4C6D-92E0-8973E68C7D58}" type="sibTrans" cxnId="{76CF0059-8063-463B-B7AB-102F04D6693D}">
      <dgm:prSet/>
      <dgm:spPr/>
      <dgm:t>
        <a:bodyPr/>
        <a:lstStyle/>
        <a:p>
          <a:endParaRPr lang="en-US"/>
        </a:p>
      </dgm:t>
    </dgm:pt>
    <dgm:pt modelId="{A058C171-B1A9-454B-9369-5B306B825E1C}">
      <dgm:prSet/>
      <dgm:spPr/>
      <dgm:t>
        <a:bodyPr/>
        <a:lstStyle/>
        <a:p>
          <a:pPr>
            <a:defRPr cap="all"/>
          </a:pPr>
          <a:r>
            <a:rPr lang="en-IN"/>
            <a:t>Laboratory Module </a:t>
          </a:r>
          <a:endParaRPr lang="en-US"/>
        </a:p>
      </dgm:t>
    </dgm:pt>
    <dgm:pt modelId="{1FCD7FF5-9388-4881-8E30-04BE0D32CEC1}" type="parTrans" cxnId="{191E9648-9E0B-4CC9-9D7A-E8E954642917}">
      <dgm:prSet/>
      <dgm:spPr/>
      <dgm:t>
        <a:bodyPr/>
        <a:lstStyle/>
        <a:p>
          <a:endParaRPr lang="en-US"/>
        </a:p>
      </dgm:t>
    </dgm:pt>
    <dgm:pt modelId="{4E8885DE-BBB7-49DF-B1D6-08CD160CDC35}" type="sibTrans" cxnId="{191E9648-9E0B-4CC9-9D7A-E8E954642917}">
      <dgm:prSet/>
      <dgm:spPr/>
      <dgm:t>
        <a:bodyPr/>
        <a:lstStyle/>
        <a:p>
          <a:endParaRPr lang="en-US"/>
        </a:p>
      </dgm:t>
    </dgm:pt>
    <dgm:pt modelId="{106D7152-AB04-49FF-B8BD-ABA07D9A11F8}">
      <dgm:prSet/>
      <dgm:spPr/>
      <dgm:t>
        <a:bodyPr/>
        <a:lstStyle/>
        <a:p>
          <a:pPr>
            <a:defRPr cap="all"/>
          </a:pPr>
          <a:r>
            <a:rPr lang="en-IN"/>
            <a:t>Analytics Module</a:t>
          </a:r>
          <a:endParaRPr lang="en-US"/>
        </a:p>
      </dgm:t>
    </dgm:pt>
    <dgm:pt modelId="{D4D3DC1F-DAEA-4D40-9D5E-C48C8CBAE654}" type="parTrans" cxnId="{E6AA12A9-47D0-4B8B-A8AF-1D3B968DC82C}">
      <dgm:prSet/>
      <dgm:spPr/>
      <dgm:t>
        <a:bodyPr/>
        <a:lstStyle/>
        <a:p>
          <a:endParaRPr lang="en-US"/>
        </a:p>
      </dgm:t>
    </dgm:pt>
    <dgm:pt modelId="{A126989F-3EA7-462F-A6C9-2DCE2D69F702}" type="sibTrans" cxnId="{E6AA12A9-47D0-4B8B-A8AF-1D3B968DC82C}">
      <dgm:prSet/>
      <dgm:spPr/>
      <dgm:t>
        <a:bodyPr/>
        <a:lstStyle/>
        <a:p>
          <a:endParaRPr lang="en-US"/>
        </a:p>
      </dgm:t>
    </dgm:pt>
    <dgm:pt modelId="{59104825-58C7-4FEA-8D1A-9D2B64EB548C}" type="pres">
      <dgm:prSet presAssocID="{7BC61632-DDCA-4112-9C10-B64E329131DF}" presName="root" presStyleCnt="0">
        <dgm:presLayoutVars>
          <dgm:dir/>
          <dgm:resizeHandles val="exact"/>
        </dgm:presLayoutVars>
      </dgm:prSet>
      <dgm:spPr/>
    </dgm:pt>
    <dgm:pt modelId="{74AD203E-A54C-4594-B0C4-D7D2F10D899F}" type="pres">
      <dgm:prSet presAssocID="{98E2CE6C-88D5-4D94-99D5-F40F3BC85C0C}" presName="compNode" presStyleCnt="0"/>
      <dgm:spPr/>
    </dgm:pt>
    <dgm:pt modelId="{BB16080B-175F-4BB4-B05B-A2891A909E13}" type="pres">
      <dgm:prSet presAssocID="{98E2CE6C-88D5-4D94-99D5-F40F3BC85C0C}" presName="iconBgRect" presStyleLbl="bgShp" presStyleIdx="0" presStyleCnt="7"/>
      <dgm:spPr/>
    </dgm:pt>
    <dgm:pt modelId="{F0974156-70C7-419A-9A8B-401E01D9FDE7}" type="pres">
      <dgm:prSet presAssocID="{98E2CE6C-88D5-4D94-99D5-F40F3BC85C0C}" presName="iconRect" presStyleLbl="node1" presStyleIdx="0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ethoscope"/>
        </a:ext>
      </dgm:extLst>
    </dgm:pt>
    <dgm:pt modelId="{FDF333BB-D58D-466A-B1C6-DD19E2DD54AE}" type="pres">
      <dgm:prSet presAssocID="{98E2CE6C-88D5-4D94-99D5-F40F3BC85C0C}" presName="spaceRect" presStyleCnt="0"/>
      <dgm:spPr/>
    </dgm:pt>
    <dgm:pt modelId="{D57B58AA-EB48-46D5-A5F7-5695C05557CD}" type="pres">
      <dgm:prSet presAssocID="{98E2CE6C-88D5-4D94-99D5-F40F3BC85C0C}" presName="textRect" presStyleLbl="revTx" presStyleIdx="0" presStyleCnt="7">
        <dgm:presLayoutVars>
          <dgm:chMax val="1"/>
          <dgm:chPref val="1"/>
        </dgm:presLayoutVars>
      </dgm:prSet>
      <dgm:spPr/>
    </dgm:pt>
    <dgm:pt modelId="{46E5E387-6357-4C8E-AFF6-F06D021403D6}" type="pres">
      <dgm:prSet presAssocID="{B9EDF54C-FF2D-4674-94B1-5F269180A13C}" presName="sibTrans" presStyleCnt="0"/>
      <dgm:spPr/>
    </dgm:pt>
    <dgm:pt modelId="{CABAA3D4-37D2-41F1-AAEA-F9C948CEE859}" type="pres">
      <dgm:prSet presAssocID="{90D05F84-EDAC-49AA-BC85-8DF2C044B844}" presName="compNode" presStyleCnt="0"/>
      <dgm:spPr/>
    </dgm:pt>
    <dgm:pt modelId="{11DF357E-D8B7-49FB-9F68-41C5F763C2ED}" type="pres">
      <dgm:prSet presAssocID="{90D05F84-EDAC-49AA-BC85-8DF2C044B844}" presName="iconBgRect" presStyleLbl="bgShp" presStyleIdx="1" presStyleCnt="7"/>
      <dgm:spPr/>
    </dgm:pt>
    <dgm:pt modelId="{3C5CC5F2-9C64-49B9-94B6-AD7367F24FEA}" type="pres">
      <dgm:prSet presAssocID="{90D05F84-EDAC-49AA-BC85-8DF2C044B844}" presName="iconRect" presStyleLbl="node1" presStyleIdx="1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edical"/>
        </a:ext>
      </dgm:extLst>
    </dgm:pt>
    <dgm:pt modelId="{69123BCA-FF05-4F9F-BCEB-2E7005642574}" type="pres">
      <dgm:prSet presAssocID="{90D05F84-EDAC-49AA-BC85-8DF2C044B844}" presName="spaceRect" presStyleCnt="0"/>
      <dgm:spPr/>
    </dgm:pt>
    <dgm:pt modelId="{DF4996CC-27B6-40D7-A049-8F00FC8CC19E}" type="pres">
      <dgm:prSet presAssocID="{90D05F84-EDAC-49AA-BC85-8DF2C044B844}" presName="textRect" presStyleLbl="revTx" presStyleIdx="1" presStyleCnt="7">
        <dgm:presLayoutVars>
          <dgm:chMax val="1"/>
          <dgm:chPref val="1"/>
        </dgm:presLayoutVars>
      </dgm:prSet>
      <dgm:spPr/>
    </dgm:pt>
    <dgm:pt modelId="{4574E822-8BE9-470D-9B4B-0FE60BBA09F3}" type="pres">
      <dgm:prSet presAssocID="{0810EC19-C927-45A5-92D6-58AFAB518A67}" presName="sibTrans" presStyleCnt="0"/>
      <dgm:spPr/>
    </dgm:pt>
    <dgm:pt modelId="{3F63D1FB-6F76-4A35-9903-3960209B3570}" type="pres">
      <dgm:prSet presAssocID="{08CA9EE8-689C-4F58-A169-0D5A55395748}" presName="compNode" presStyleCnt="0"/>
      <dgm:spPr/>
    </dgm:pt>
    <dgm:pt modelId="{AF848132-EB90-4801-8FA2-BDD18A15AB5B}" type="pres">
      <dgm:prSet presAssocID="{08CA9EE8-689C-4F58-A169-0D5A55395748}" presName="iconBgRect" presStyleLbl="bgShp" presStyleIdx="2" presStyleCnt="7"/>
      <dgm:spPr/>
    </dgm:pt>
    <dgm:pt modelId="{DA06A992-0BA0-4BC8-A6AA-D58CF91DD999}" type="pres">
      <dgm:prSet presAssocID="{08CA9EE8-689C-4F58-A169-0D5A55395748}" presName="iconRect" presStyleLbl="node1" presStyleIdx="2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ily Calendar"/>
        </a:ext>
      </dgm:extLst>
    </dgm:pt>
    <dgm:pt modelId="{3733A2D0-8BE3-4F7F-ADBE-F163017E5624}" type="pres">
      <dgm:prSet presAssocID="{08CA9EE8-689C-4F58-A169-0D5A55395748}" presName="spaceRect" presStyleCnt="0"/>
      <dgm:spPr/>
    </dgm:pt>
    <dgm:pt modelId="{46D2F24F-8E45-4E66-B02A-3FBD897BAC83}" type="pres">
      <dgm:prSet presAssocID="{08CA9EE8-689C-4F58-A169-0D5A55395748}" presName="textRect" presStyleLbl="revTx" presStyleIdx="2" presStyleCnt="7">
        <dgm:presLayoutVars>
          <dgm:chMax val="1"/>
          <dgm:chPref val="1"/>
        </dgm:presLayoutVars>
      </dgm:prSet>
      <dgm:spPr/>
    </dgm:pt>
    <dgm:pt modelId="{C907C8F5-F718-4C0D-865B-B32067C61B91}" type="pres">
      <dgm:prSet presAssocID="{F7AD6A5A-C647-4C99-8527-63355072A994}" presName="sibTrans" presStyleCnt="0"/>
      <dgm:spPr/>
    </dgm:pt>
    <dgm:pt modelId="{602993FF-5F60-4DE9-942B-11E347A83CBF}" type="pres">
      <dgm:prSet presAssocID="{BABC5F56-C543-4F5B-9D07-1F2C25DED5AB}" presName="compNode" presStyleCnt="0"/>
      <dgm:spPr/>
    </dgm:pt>
    <dgm:pt modelId="{4FDC82FB-2A4C-4D8D-811A-E41318F3BDE8}" type="pres">
      <dgm:prSet presAssocID="{BABC5F56-C543-4F5B-9D07-1F2C25DED5AB}" presName="iconBgRect" presStyleLbl="bgShp" presStyleIdx="3" presStyleCnt="7"/>
      <dgm:spPr/>
    </dgm:pt>
    <dgm:pt modelId="{A56DD5AC-7B86-43AF-84BE-CAAACF172018}" type="pres">
      <dgm:prSet presAssocID="{BABC5F56-C543-4F5B-9D07-1F2C25DED5AB}" presName="iconRect" presStyleLbl="node1" presStyleIdx="3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ey"/>
        </a:ext>
      </dgm:extLst>
    </dgm:pt>
    <dgm:pt modelId="{FB8D067F-2718-46F1-8E64-ABE9F0C9910A}" type="pres">
      <dgm:prSet presAssocID="{BABC5F56-C543-4F5B-9D07-1F2C25DED5AB}" presName="spaceRect" presStyleCnt="0"/>
      <dgm:spPr/>
    </dgm:pt>
    <dgm:pt modelId="{CE4A35BB-2F9A-45F8-9799-CE6100F59663}" type="pres">
      <dgm:prSet presAssocID="{BABC5F56-C543-4F5B-9D07-1F2C25DED5AB}" presName="textRect" presStyleLbl="revTx" presStyleIdx="3" presStyleCnt="7">
        <dgm:presLayoutVars>
          <dgm:chMax val="1"/>
          <dgm:chPref val="1"/>
        </dgm:presLayoutVars>
      </dgm:prSet>
      <dgm:spPr/>
    </dgm:pt>
    <dgm:pt modelId="{40131064-3B28-46A6-B4D8-8F948D67C890}" type="pres">
      <dgm:prSet presAssocID="{FC7151E3-3805-4BAD-8348-1CB8F7F687D0}" presName="sibTrans" presStyleCnt="0"/>
      <dgm:spPr/>
    </dgm:pt>
    <dgm:pt modelId="{A9F77B2B-0D74-4DB4-A505-8511628077DD}" type="pres">
      <dgm:prSet presAssocID="{333E52DD-50EC-4A5A-86E2-249DBADF5C5B}" presName="compNode" presStyleCnt="0"/>
      <dgm:spPr/>
    </dgm:pt>
    <dgm:pt modelId="{653CFD63-9BCB-440F-91C0-8468301BD6BF}" type="pres">
      <dgm:prSet presAssocID="{333E52DD-50EC-4A5A-86E2-249DBADF5C5B}" presName="iconBgRect" presStyleLbl="bgShp" presStyleIdx="4" presStyleCnt="7"/>
      <dgm:spPr/>
    </dgm:pt>
    <dgm:pt modelId="{9F50B852-6C83-4F79-A8D0-B0807CA8D833}" type="pres">
      <dgm:prSet presAssocID="{333E52DD-50EC-4A5A-86E2-249DBADF5C5B}" presName="iconRect" presStyleLbl="node1" presStyleIdx="4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edicine"/>
        </a:ext>
      </dgm:extLst>
    </dgm:pt>
    <dgm:pt modelId="{B207F8DC-2C0C-438A-9061-0B32C6BA2549}" type="pres">
      <dgm:prSet presAssocID="{333E52DD-50EC-4A5A-86E2-249DBADF5C5B}" presName="spaceRect" presStyleCnt="0"/>
      <dgm:spPr/>
    </dgm:pt>
    <dgm:pt modelId="{5A9C58EB-048E-4458-866D-71EA81033DBE}" type="pres">
      <dgm:prSet presAssocID="{333E52DD-50EC-4A5A-86E2-249DBADF5C5B}" presName="textRect" presStyleLbl="revTx" presStyleIdx="4" presStyleCnt="7">
        <dgm:presLayoutVars>
          <dgm:chMax val="1"/>
          <dgm:chPref val="1"/>
        </dgm:presLayoutVars>
      </dgm:prSet>
      <dgm:spPr/>
    </dgm:pt>
    <dgm:pt modelId="{ADF23433-176F-4417-8BEE-2FE7858F10D3}" type="pres">
      <dgm:prSet presAssocID="{FF6B419E-252E-4C6D-92E0-8973E68C7D58}" presName="sibTrans" presStyleCnt="0"/>
      <dgm:spPr/>
    </dgm:pt>
    <dgm:pt modelId="{5112DE13-FE19-4A0E-8EED-EFD7FD83494E}" type="pres">
      <dgm:prSet presAssocID="{A058C171-B1A9-454B-9369-5B306B825E1C}" presName="compNode" presStyleCnt="0"/>
      <dgm:spPr/>
    </dgm:pt>
    <dgm:pt modelId="{8A90D0FD-C5E0-4762-B2EC-B9ACFF49E9E2}" type="pres">
      <dgm:prSet presAssocID="{A058C171-B1A9-454B-9369-5B306B825E1C}" presName="iconBgRect" presStyleLbl="bgShp" presStyleIdx="5" presStyleCnt="7"/>
      <dgm:spPr/>
    </dgm:pt>
    <dgm:pt modelId="{4D4EF4EB-3BAB-4153-BC44-263DCF6F5380}" type="pres">
      <dgm:prSet presAssocID="{A058C171-B1A9-454B-9369-5B306B825E1C}" presName="iconRect" presStyleLbl="node1" presStyleIdx="5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lask"/>
        </a:ext>
      </dgm:extLst>
    </dgm:pt>
    <dgm:pt modelId="{638E0B14-8EE4-43B7-AE9F-D8949672CCC0}" type="pres">
      <dgm:prSet presAssocID="{A058C171-B1A9-454B-9369-5B306B825E1C}" presName="spaceRect" presStyleCnt="0"/>
      <dgm:spPr/>
    </dgm:pt>
    <dgm:pt modelId="{0839A6ED-D66F-42CC-8A53-ECED14619E8A}" type="pres">
      <dgm:prSet presAssocID="{A058C171-B1A9-454B-9369-5B306B825E1C}" presName="textRect" presStyleLbl="revTx" presStyleIdx="5" presStyleCnt="7">
        <dgm:presLayoutVars>
          <dgm:chMax val="1"/>
          <dgm:chPref val="1"/>
        </dgm:presLayoutVars>
      </dgm:prSet>
      <dgm:spPr/>
    </dgm:pt>
    <dgm:pt modelId="{DA4A6D09-D784-4B15-99AE-30F0AB161875}" type="pres">
      <dgm:prSet presAssocID="{4E8885DE-BBB7-49DF-B1D6-08CD160CDC35}" presName="sibTrans" presStyleCnt="0"/>
      <dgm:spPr/>
    </dgm:pt>
    <dgm:pt modelId="{94DE1B38-47C8-42EA-BC83-56B3A0B9D75B}" type="pres">
      <dgm:prSet presAssocID="{106D7152-AB04-49FF-B8BD-ABA07D9A11F8}" presName="compNode" presStyleCnt="0"/>
      <dgm:spPr/>
    </dgm:pt>
    <dgm:pt modelId="{73969212-5265-4D88-AF4A-F2FE70AB123D}" type="pres">
      <dgm:prSet presAssocID="{106D7152-AB04-49FF-B8BD-ABA07D9A11F8}" presName="iconBgRect" presStyleLbl="bgShp" presStyleIdx="6" presStyleCnt="7"/>
      <dgm:spPr/>
    </dgm:pt>
    <dgm:pt modelId="{4D94128D-B71B-43B6-B58C-E9ACD6E97524}" type="pres">
      <dgm:prSet presAssocID="{106D7152-AB04-49FF-B8BD-ABA07D9A11F8}" presName="iconRect" presStyleLbl="node1" presStyleIdx="6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D8944609-DAFA-45A4-89E7-93A1F48DB922}" type="pres">
      <dgm:prSet presAssocID="{106D7152-AB04-49FF-B8BD-ABA07D9A11F8}" presName="spaceRect" presStyleCnt="0"/>
      <dgm:spPr/>
    </dgm:pt>
    <dgm:pt modelId="{9C9FD678-8074-40F8-A7CE-A89C879609A8}" type="pres">
      <dgm:prSet presAssocID="{106D7152-AB04-49FF-B8BD-ABA07D9A11F8}" presName="textRect" presStyleLbl="revTx" presStyleIdx="6" presStyleCnt="7">
        <dgm:presLayoutVars>
          <dgm:chMax val="1"/>
          <dgm:chPref val="1"/>
        </dgm:presLayoutVars>
      </dgm:prSet>
      <dgm:spPr/>
    </dgm:pt>
  </dgm:ptLst>
  <dgm:cxnLst>
    <dgm:cxn modelId="{EECD3613-89C3-4B02-A68D-4CC3190DED64}" type="presOf" srcId="{90D05F84-EDAC-49AA-BC85-8DF2C044B844}" destId="{DF4996CC-27B6-40D7-A049-8F00FC8CC19E}" srcOrd="0" destOrd="0" presId="urn:microsoft.com/office/officeart/2018/5/layout/IconCircleLabelList"/>
    <dgm:cxn modelId="{3ECEE216-8ABB-4CFC-96E6-F38D92723A9B}" type="presOf" srcId="{A058C171-B1A9-454B-9369-5B306B825E1C}" destId="{0839A6ED-D66F-42CC-8A53-ECED14619E8A}" srcOrd="0" destOrd="0" presId="urn:microsoft.com/office/officeart/2018/5/layout/IconCircleLabelList"/>
    <dgm:cxn modelId="{05F37026-9498-4CF6-BF48-9C4F876266F4}" type="presOf" srcId="{7BC61632-DDCA-4112-9C10-B64E329131DF}" destId="{59104825-58C7-4FEA-8D1A-9D2B64EB548C}" srcOrd="0" destOrd="0" presId="urn:microsoft.com/office/officeart/2018/5/layout/IconCircleLabelList"/>
    <dgm:cxn modelId="{63847D46-806A-4E28-BE65-9EA4AEA22182}" srcId="{7BC61632-DDCA-4112-9C10-B64E329131DF}" destId="{BABC5F56-C543-4F5B-9D07-1F2C25DED5AB}" srcOrd="3" destOrd="0" parTransId="{0F1C6E0B-A398-48A6-9C32-B5957A8F5B77}" sibTransId="{FC7151E3-3805-4BAD-8348-1CB8F7F687D0}"/>
    <dgm:cxn modelId="{191E9648-9E0B-4CC9-9D7A-E8E954642917}" srcId="{7BC61632-DDCA-4112-9C10-B64E329131DF}" destId="{A058C171-B1A9-454B-9369-5B306B825E1C}" srcOrd="5" destOrd="0" parTransId="{1FCD7FF5-9388-4881-8E30-04BE0D32CEC1}" sibTransId="{4E8885DE-BBB7-49DF-B1D6-08CD160CDC35}"/>
    <dgm:cxn modelId="{38D5886A-281B-41A2-B821-5D3EE774DE95}" type="presOf" srcId="{BABC5F56-C543-4F5B-9D07-1F2C25DED5AB}" destId="{CE4A35BB-2F9A-45F8-9799-CE6100F59663}" srcOrd="0" destOrd="0" presId="urn:microsoft.com/office/officeart/2018/5/layout/IconCircleLabelList"/>
    <dgm:cxn modelId="{2263C04F-0B6C-429E-A1C1-6E864F08ABE6}" type="presOf" srcId="{98E2CE6C-88D5-4D94-99D5-F40F3BC85C0C}" destId="{D57B58AA-EB48-46D5-A5F7-5695C05557CD}" srcOrd="0" destOrd="0" presId="urn:microsoft.com/office/officeart/2018/5/layout/IconCircleLabelList"/>
    <dgm:cxn modelId="{75D1D257-FA8F-4D54-B8FD-3A632ADA84DF}" srcId="{7BC61632-DDCA-4112-9C10-B64E329131DF}" destId="{08CA9EE8-689C-4F58-A169-0D5A55395748}" srcOrd="2" destOrd="0" parTransId="{9678366A-10CB-472B-96F0-95BAF0002681}" sibTransId="{F7AD6A5A-C647-4C99-8527-63355072A994}"/>
    <dgm:cxn modelId="{76CF0059-8063-463B-B7AB-102F04D6693D}" srcId="{7BC61632-DDCA-4112-9C10-B64E329131DF}" destId="{333E52DD-50EC-4A5A-86E2-249DBADF5C5B}" srcOrd="4" destOrd="0" parTransId="{CB6E7D90-F58E-442A-8EEC-EAF0ECCBD7AE}" sibTransId="{FF6B419E-252E-4C6D-92E0-8973E68C7D58}"/>
    <dgm:cxn modelId="{988AB084-92AC-467F-A6B2-CFC7BB56233A}" srcId="{7BC61632-DDCA-4112-9C10-B64E329131DF}" destId="{90D05F84-EDAC-49AA-BC85-8DF2C044B844}" srcOrd="1" destOrd="0" parTransId="{97C39F0D-A8EC-42E6-8CCB-31E9A9BCD57A}" sibTransId="{0810EC19-C927-45A5-92D6-58AFAB518A67}"/>
    <dgm:cxn modelId="{B1409388-1F2C-4F23-85FE-580A47355C3A}" type="presOf" srcId="{333E52DD-50EC-4A5A-86E2-249DBADF5C5B}" destId="{5A9C58EB-048E-4458-866D-71EA81033DBE}" srcOrd="0" destOrd="0" presId="urn:microsoft.com/office/officeart/2018/5/layout/IconCircleLabelList"/>
    <dgm:cxn modelId="{E6AA12A9-47D0-4B8B-A8AF-1D3B968DC82C}" srcId="{7BC61632-DDCA-4112-9C10-B64E329131DF}" destId="{106D7152-AB04-49FF-B8BD-ABA07D9A11F8}" srcOrd="6" destOrd="0" parTransId="{D4D3DC1F-DAEA-4D40-9D5E-C48C8CBAE654}" sibTransId="{A126989F-3EA7-462F-A6C9-2DCE2D69F702}"/>
    <dgm:cxn modelId="{65DF63B0-B6DA-4C61-BE59-8A569BA4A20D}" type="presOf" srcId="{08CA9EE8-689C-4F58-A169-0D5A55395748}" destId="{46D2F24F-8E45-4E66-B02A-3FBD897BAC83}" srcOrd="0" destOrd="0" presId="urn:microsoft.com/office/officeart/2018/5/layout/IconCircleLabelList"/>
    <dgm:cxn modelId="{EF6956B6-5C7A-4522-AC0B-3FD38D8F84F7}" srcId="{7BC61632-DDCA-4112-9C10-B64E329131DF}" destId="{98E2CE6C-88D5-4D94-99D5-F40F3BC85C0C}" srcOrd="0" destOrd="0" parTransId="{7737272C-D417-45EE-8259-B1AEFC9BBAA8}" sibTransId="{B9EDF54C-FF2D-4674-94B1-5F269180A13C}"/>
    <dgm:cxn modelId="{5A1509CC-6C3D-424B-887F-37019050BA18}" type="presOf" srcId="{106D7152-AB04-49FF-B8BD-ABA07D9A11F8}" destId="{9C9FD678-8074-40F8-A7CE-A89C879609A8}" srcOrd="0" destOrd="0" presId="urn:microsoft.com/office/officeart/2018/5/layout/IconCircleLabelList"/>
    <dgm:cxn modelId="{A3B4E8DA-3DDE-4267-8403-B39634FEDD0F}" type="presParOf" srcId="{59104825-58C7-4FEA-8D1A-9D2B64EB548C}" destId="{74AD203E-A54C-4594-B0C4-D7D2F10D899F}" srcOrd="0" destOrd="0" presId="urn:microsoft.com/office/officeart/2018/5/layout/IconCircleLabelList"/>
    <dgm:cxn modelId="{058A57A1-DBCE-4556-B147-F4B70B9F6480}" type="presParOf" srcId="{74AD203E-A54C-4594-B0C4-D7D2F10D899F}" destId="{BB16080B-175F-4BB4-B05B-A2891A909E13}" srcOrd="0" destOrd="0" presId="urn:microsoft.com/office/officeart/2018/5/layout/IconCircleLabelList"/>
    <dgm:cxn modelId="{BB6D2626-A5C0-47E4-AAC2-3ADE58B5D280}" type="presParOf" srcId="{74AD203E-A54C-4594-B0C4-D7D2F10D899F}" destId="{F0974156-70C7-419A-9A8B-401E01D9FDE7}" srcOrd="1" destOrd="0" presId="urn:microsoft.com/office/officeart/2018/5/layout/IconCircleLabelList"/>
    <dgm:cxn modelId="{69533806-03B7-417D-AE69-238ECA17C379}" type="presParOf" srcId="{74AD203E-A54C-4594-B0C4-D7D2F10D899F}" destId="{FDF333BB-D58D-466A-B1C6-DD19E2DD54AE}" srcOrd="2" destOrd="0" presId="urn:microsoft.com/office/officeart/2018/5/layout/IconCircleLabelList"/>
    <dgm:cxn modelId="{22AF7873-18E6-454B-BA89-8B68A0E76A47}" type="presParOf" srcId="{74AD203E-A54C-4594-B0C4-D7D2F10D899F}" destId="{D57B58AA-EB48-46D5-A5F7-5695C05557CD}" srcOrd="3" destOrd="0" presId="urn:microsoft.com/office/officeart/2018/5/layout/IconCircleLabelList"/>
    <dgm:cxn modelId="{96715E9E-FA94-4AD9-A263-09721AD3980E}" type="presParOf" srcId="{59104825-58C7-4FEA-8D1A-9D2B64EB548C}" destId="{46E5E387-6357-4C8E-AFF6-F06D021403D6}" srcOrd="1" destOrd="0" presId="urn:microsoft.com/office/officeart/2018/5/layout/IconCircleLabelList"/>
    <dgm:cxn modelId="{341C32B6-B922-4032-9919-039C81641FEA}" type="presParOf" srcId="{59104825-58C7-4FEA-8D1A-9D2B64EB548C}" destId="{CABAA3D4-37D2-41F1-AAEA-F9C948CEE859}" srcOrd="2" destOrd="0" presId="urn:microsoft.com/office/officeart/2018/5/layout/IconCircleLabelList"/>
    <dgm:cxn modelId="{58D2469C-671F-4A1A-86ED-DA7F3AAA29E2}" type="presParOf" srcId="{CABAA3D4-37D2-41F1-AAEA-F9C948CEE859}" destId="{11DF357E-D8B7-49FB-9F68-41C5F763C2ED}" srcOrd="0" destOrd="0" presId="urn:microsoft.com/office/officeart/2018/5/layout/IconCircleLabelList"/>
    <dgm:cxn modelId="{187639B6-7010-436F-B2D0-73F4010A3DF5}" type="presParOf" srcId="{CABAA3D4-37D2-41F1-AAEA-F9C948CEE859}" destId="{3C5CC5F2-9C64-49B9-94B6-AD7367F24FEA}" srcOrd="1" destOrd="0" presId="urn:microsoft.com/office/officeart/2018/5/layout/IconCircleLabelList"/>
    <dgm:cxn modelId="{009CF13E-D52C-4EFE-9A4F-C010303D20EA}" type="presParOf" srcId="{CABAA3D4-37D2-41F1-AAEA-F9C948CEE859}" destId="{69123BCA-FF05-4F9F-BCEB-2E7005642574}" srcOrd="2" destOrd="0" presId="urn:microsoft.com/office/officeart/2018/5/layout/IconCircleLabelList"/>
    <dgm:cxn modelId="{B471AF90-626A-47BD-846E-D83EDDC92FCE}" type="presParOf" srcId="{CABAA3D4-37D2-41F1-AAEA-F9C948CEE859}" destId="{DF4996CC-27B6-40D7-A049-8F00FC8CC19E}" srcOrd="3" destOrd="0" presId="urn:microsoft.com/office/officeart/2018/5/layout/IconCircleLabelList"/>
    <dgm:cxn modelId="{A927F9F1-BB58-488F-B2B4-56C3B0724077}" type="presParOf" srcId="{59104825-58C7-4FEA-8D1A-9D2B64EB548C}" destId="{4574E822-8BE9-470D-9B4B-0FE60BBA09F3}" srcOrd="3" destOrd="0" presId="urn:microsoft.com/office/officeart/2018/5/layout/IconCircleLabelList"/>
    <dgm:cxn modelId="{3AAB269F-6BF3-43A3-B528-55F4762859EF}" type="presParOf" srcId="{59104825-58C7-4FEA-8D1A-9D2B64EB548C}" destId="{3F63D1FB-6F76-4A35-9903-3960209B3570}" srcOrd="4" destOrd="0" presId="urn:microsoft.com/office/officeart/2018/5/layout/IconCircleLabelList"/>
    <dgm:cxn modelId="{EFAA39BF-BAC8-474F-8869-159ADA0A356E}" type="presParOf" srcId="{3F63D1FB-6F76-4A35-9903-3960209B3570}" destId="{AF848132-EB90-4801-8FA2-BDD18A15AB5B}" srcOrd="0" destOrd="0" presId="urn:microsoft.com/office/officeart/2018/5/layout/IconCircleLabelList"/>
    <dgm:cxn modelId="{CB25F164-3C12-4DE7-B1D2-0477ACA2311B}" type="presParOf" srcId="{3F63D1FB-6F76-4A35-9903-3960209B3570}" destId="{DA06A992-0BA0-4BC8-A6AA-D58CF91DD999}" srcOrd="1" destOrd="0" presId="urn:microsoft.com/office/officeart/2018/5/layout/IconCircleLabelList"/>
    <dgm:cxn modelId="{2167DACA-C7C2-41D0-85C9-051AF3025B86}" type="presParOf" srcId="{3F63D1FB-6F76-4A35-9903-3960209B3570}" destId="{3733A2D0-8BE3-4F7F-ADBE-F163017E5624}" srcOrd="2" destOrd="0" presId="urn:microsoft.com/office/officeart/2018/5/layout/IconCircleLabelList"/>
    <dgm:cxn modelId="{FFC92697-7F8F-4CD9-BD4B-13C7DB7D771E}" type="presParOf" srcId="{3F63D1FB-6F76-4A35-9903-3960209B3570}" destId="{46D2F24F-8E45-4E66-B02A-3FBD897BAC83}" srcOrd="3" destOrd="0" presId="urn:microsoft.com/office/officeart/2018/5/layout/IconCircleLabelList"/>
    <dgm:cxn modelId="{A2A69322-FAD7-47E8-9840-819D49B4DA5F}" type="presParOf" srcId="{59104825-58C7-4FEA-8D1A-9D2B64EB548C}" destId="{C907C8F5-F718-4C0D-865B-B32067C61B91}" srcOrd="5" destOrd="0" presId="urn:microsoft.com/office/officeart/2018/5/layout/IconCircleLabelList"/>
    <dgm:cxn modelId="{D1B175A0-839F-400A-93FF-BC28CF52ED29}" type="presParOf" srcId="{59104825-58C7-4FEA-8D1A-9D2B64EB548C}" destId="{602993FF-5F60-4DE9-942B-11E347A83CBF}" srcOrd="6" destOrd="0" presId="urn:microsoft.com/office/officeart/2018/5/layout/IconCircleLabelList"/>
    <dgm:cxn modelId="{636130BA-3BE6-4D57-9529-A661185BB3A4}" type="presParOf" srcId="{602993FF-5F60-4DE9-942B-11E347A83CBF}" destId="{4FDC82FB-2A4C-4D8D-811A-E41318F3BDE8}" srcOrd="0" destOrd="0" presId="urn:microsoft.com/office/officeart/2018/5/layout/IconCircleLabelList"/>
    <dgm:cxn modelId="{3B9CAD68-768D-4487-A10F-28E0A26D395E}" type="presParOf" srcId="{602993FF-5F60-4DE9-942B-11E347A83CBF}" destId="{A56DD5AC-7B86-43AF-84BE-CAAACF172018}" srcOrd="1" destOrd="0" presId="urn:microsoft.com/office/officeart/2018/5/layout/IconCircleLabelList"/>
    <dgm:cxn modelId="{81033598-744F-4CC7-AC6A-EC7BCDECC579}" type="presParOf" srcId="{602993FF-5F60-4DE9-942B-11E347A83CBF}" destId="{FB8D067F-2718-46F1-8E64-ABE9F0C9910A}" srcOrd="2" destOrd="0" presId="urn:microsoft.com/office/officeart/2018/5/layout/IconCircleLabelList"/>
    <dgm:cxn modelId="{401068FC-F9CC-4C67-93A1-C6959B57F85F}" type="presParOf" srcId="{602993FF-5F60-4DE9-942B-11E347A83CBF}" destId="{CE4A35BB-2F9A-45F8-9799-CE6100F59663}" srcOrd="3" destOrd="0" presId="urn:microsoft.com/office/officeart/2018/5/layout/IconCircleLabelList"/>
    <dgm:cxn modelId="{A132075B-D825-4EDC-AB38-6092FEDD27AC}" type="presParOf" srcId="{59104825-58C7-4FEA-8D1A-9D2B64EB548C}" destId="{40131064-3B28-46A6-B4D8-8F948D67C890}" srcOrd="7" destOrd="0" presId="urn:microsoft.com/office/officeart/2018/5/layout/IconCircleLabelList"/>
    <dgm:cxn modelId="{640BC6EF-BE6C-45B1-9CB2-402972297E08}" type="presParOf" srcId="{59104825-58C7-4FEA-8D1A-9D2B64EB548C}" destId="{A9F77B2B-0D74-4DB4-A505-8511628077DD}" srcOrd="8" destOrd="0" presId="urn:microsoft.com/office/officeart/2018/5/layout/IconCircleLabelList"/>
    <dgm:cxn modelId="{43E7E56A-D710-4DEC-86B3-38F7C1C7EF4D}" type="presParOf" srcId="{A9F77B2B-0D74-4DB4-A505-8511628077DD}" destId="{653CFD63-9BCB-440F-91C0-8468301BD6BF}" srcOrd="0" destOrd="0" presId="urn:microsoft.com/office/officeart/2018/5/layout/IconCircleLabelList"/>
    <dgm:cxn modelId="{D452C470-3AEF-4D1A-BDC8-B3D1292057D0}" type="presParOf" srcId="{A9F77B2B-0D74-4DB4-A505-8511628077DD}" destId="{9F50B852-6C83-4F79-A8D0-B0807CA8D833}" srcOrd="1" destOrd="0" presId="urn:microsoft.com/office/officeart/2018/5/layout/IconCircleLabelList"/>
    <dgm:cxn modelId="{E09B4A1B-848F-46DD-B33B-D80C4214B445}" type="presParOf" srcId="{A9F77B2B-0D74-4DB4-A505-8511628077DD}" destId="{B207F8DC-2C0C-438A-9061-0B32C6BA2549}" srcOrd="2" destOrd="0" presId="urn:microsoft.com/office/officeart/2018/5/layout/IconCircleLabelList"/>
    <dgm:cxn modelId="{5AFE4FE8-7EFA-4AF8-AE66-B144C3939383}" type="presParOf" srcId="{A9F77B2B-0D74-4DB4-A505-8511628077DD}" destId="{5A9C58EB-048E-4458-866D-71EA81033DBE}" srcOrd="3" destOrd="0" presId="urn:microsoft.com/office/officeart/2018/5/layout/IconCircleLabelList"/>
    <dgm:cxn modelId="{00B6EDC3-02FC-4C0B-81B9-F9808D3A85E0}" type="presParOf" srcId="{59104825-58C7-4FEA-8D1A-9D2B64EB548C}" destId="{ADF23433-176F-4417-8BEE-2FE7858F10D3}" srcOrd="9" destOrd="0" presId="urn:microsoft.com/office/officeart/2018/5/layout/IconCircleLabelList"/>
    <dgm:cxn modelId="{4DC4E2A0-680E-4021-B7C5-E44F89160111}" type="presParOf" srcId="{59104825-58C7-4FEA-8D1A-9D2B64EB548C}" destId="{5112DE13-FE19-4A0E-8EED-EFD7FD83494E}" srcOrd="10" destOrd="0" presId="urn:microsoft.com/office/officeart/2018/5/layout/IconCircleLabelList"/>
    <dgm:cxn modelId="{36B1D1F1-4C48-4092-BB01-54A230318554}" type="presParOf" srcId="{5112DE13-FE19-4A0E-8EED-EFD7FD83494E}" destId="{8A90D0FD-C5E0-4762-B2EC-B9ACFF49E9E2}" srcOrd="0" destOrd="0" presId="urn:microsoft.com/office/officeart/2018/5/layout/IconCircleLabelList"/>
    <dgm:cxn modelId="{1AFC8E00-6E3D-4694-AA4A-E111149AA9DB}" type="presParOf" srcId="{5112DE13-FE19-4A0E-8EED-EFD7FD83494E}" destId="{4D4EF4EB-3BAB-4153-BC44-263DCF6F5380}" srcOrd="1" destOrd="0" presId="urn:microsoft.com/office/officeart/2018/5/layout/IconCircleLabelList"/>
    <dgm:cxn modelId="{A297228C-8CAC-4034-82E2-5556CACF196E}" type="presParOf" srcId="{5112DE13-FE19-4A0E-8EED-EFD7FD83494E}" destId="{638E0B14-8EE4-43B7-AE9F-D8949672CCC0}" srcOrd="2" destOrd="0" presId="urn:microsoft.com/office/officeart/2018/5/layout/IconCircleLabelList"/>
    <dgm:cxn modelId="{F6DCDCF3-BD51-4482-967B-A5FC6BADF372}" type="presParOf" srcId="{5112DE13-FE19-4A0E-8EED-EFD7FD83494E}" destId="{0839A6ED-D66F-42CC-8A53-ECED14619E8A}" srcOrd="3" destOrd="0" presId="urn:microsoft.com/office/officeart/2018/5/layout/IconCircleLabelList"/>
    <dgm:cxn modelId="{857413B1-0DCA-4F90-8D59-0B326C92AA3E}" type="presParOf" srcId="{59104825-58C7-4FEA-8D1A-9D2B64EB548C}" destId="{DA4A6D09-D784-4B15-99AE-30F0AB161875}" srcOrd="11" destOrd="0" presId="urn:microsoft.com/office/officeart/2018/5/layout/IconCircleLabelList"/>
    <dgm:cxn modelId="{9257F384-570B-4E5A-9FDD-7642936ACFD8}" type="presParOf" srcId="{59104825-58C7-4FEA-8D1A-9D2B64EB548C}" destId="{94DE1B38-47C8-42EA-BC83-56B3A0B9D75B}" srcOrd="12" destOrd="0" presId="urn:microsoft.com/office/officeart/2018/5/layout/IconCircleLabelList"/>
    <dgm:cxn modelId="{B481994B-DEFB-4667-A4D1-F09148C90403}" type="presParOf" srcId="{94DE1B38-47C8-42EA-BC83-56B3A0B9D75B}" destId="{73969212-5265-4D88-AF4A-F2FE70AB123D}" srcOrd="0" destOrd="0" presId="urn:microsoft.com/office/officeart/2018/5/layout/IconCircleLabelList"/>
    <dgm:cxn modelId="{64FBD2E3-5719-4196-A7EF-F10C3F9C094C}" type="presParOf" srcId="{94DE1B38-47C8-42EA-BC83-56B3A0B9D75B}" destId="{4D94128D-B71B-43B6-B58C-E9ACD6E97524}" srcOrd="1" destOrd="0" presId="urn:microsoft.com/office/officeart/2018/5/layout/IconCircleLabelList"/>
    <dgm:cxn modelId="{D53B3C6D-5260-42D7-BDD4-22ECF09794FE}" type="presParOf" srcId="{94DE1B38-47C8-42EA-BC83-56B3A0B9D75B}" destId="{D8944609-DAFA-45A4-89E7-93A1F48DB922}" srcOrd="2" destOrd="0" presId="urn:microsoft.com/office/officeart/2018/5/layout/IconCircleLabelList"/>
    <dgm:cxn modelId="{34FAAE70-B8BB-4AEC-833A-F876D1894633}" type="presParOf" srcId="{94DE1B38-47C8-42EA-BC83-56B3A0B9D75B}" destId="{9C9FD678-8074-40F8-A7CE-A89C879609A8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38AC1EB-C4DD-4EC1-9CFA-C3C8E7E72E3B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74BC16DB-5D34-4769-AFDD-5891E232479C}">
      <dgm:prSet/>
      <dgm:spPr/>
      <dgm:t>
        <a:bodyPr/>
        <a:lstStyle/>
        <a:p>
          <a:r>
            <a:rPr lang="en-IN" b="1"/>
            <a:t>Functional Modules</a:t>
          </a:r>
          <a:endParaRPr lang="en-US"/>
        </a:p>
      </dgm:t>
    </dgm:pt>
    <dgm:pt modelId="{B060DB46-1DC6-480D-99D5-CA49B7A3389A}" type="parTrans" cxnId="{8E68DF80-D939-4DC3-B0AF-47D865A31FBA}">
      <dgm:prSet/>
      <dgm:spPr/>
      <dgm:t>
        <a:bodyPr/>
        <a:lstStyle/>
        <a:p>
          <a:endParaRPr lang="en-US"/>
        </a:p>
      </dgm:t>
    </dgm:pt>
    <dgm:pt modelId="{290E7A73-03EF-472F-9D15-AFFE692FD878}" type="sibTrans" cxnId="{8E68DF80-D939-4DC3-B0AF-47D865A31FBA}">
      <dgm:prSet/>
      <dgm:spPr/>
      <dgm:t>
        <a:bodyPr/>
        <a:lstStyle/>
        <a:p>
          <a:endParaRPr lang="en-US"/>
        </a:p>
      </dgm:t>
    </dgm:pt>
    <dgm:pt modelId="{F867B8E2-B16D-4FDA-9A45-6D3A5242CD85}">
      <dgm:prSet/>
      <dgm:spPr/>
      <dgm:t>
        <a:bodyPr/>
        <a:lstStyle/>
        <a:p>
          <a:r>
            <a:rPr lang="en-IN" b="1"/>
            <a:t>Patient Management</a:t>
          </a:r>
          <a:endParaRPr lang="en-US"/>
        </a:p>
      </dgm:t>
    </dgm:pt>
    <dgm:pt modelId="{6543AB92-2891-4CD4-B03E-8370337D8259}" type="parTrans" cxnId="{2440C625-C034-4372-A099-C6E4C2E351C3}">
      <dgm:prSet/>
      <dgm:spPr/>
      <dgm:t>
        <a:bodyPr/>
        <a:lstStyle/>
        <a:p>
          <a:endParaRPr lang="en-US"/>
        </a:p>
      </dgm:t>
    </dgm:pt>
    <dgm:pt modelId="{793E130B-4065-42A3-B0EB-4520414C32E2}" type="sibTrans" cxnId="{2440C625-C034-4372-A099-C6E4C2E351C3}">
      <dgm:prSet/>
      <dgm:spPr/>
      <dgm:t>
        <a:bodyPr/>
        <a:lstStyle/>
        <a:p>
          <a:endParaRPr lang="en-US"/>
        </a:p>
      </dgm:t>
    </dgm:pt>
    <dgm:pt modelId="{AC1A5BB6-24B8-48C9-A15D-D94DC8688FC6}">
      <dgm:prSet/>
      <dgm:spPr/>
      <dgm:t>
        <a:bodyPr/>
        <a:lstStyle/>
        <a:p>
          <a:r>
            <a:rPr lang="en-IN"/>
            <a:t>Register patients </a:t>
          </a:r>
          <a:endParaRPr lang="en-US"/>
        </a:p>
      </dgm:t>
    </dgm:pt>
    <dgm:pt modelId="{771CFCBB-D6ED-4B5A-9243-130705CF805C}" type="parTrans" cxnId="{A7DD31DF-DA86-425D-A932-D6A3F3665A3E}">
      <dgm:prSet/>
      <dgm:spPr/>
      <dgm:t>
        <a:bodyPr/>
        <a:lstStyle/>
        <a:p>
          <a:endParaRPr lang="en-US"/>
        </a:p>
      </dgm:t>
    </dgm:pt>
    <dgm:pt modelId="{D2F6F2E5-FFB5-4043-AC7E-2D492C7D13D7}" type="sibTrans" cxnId="{A7DD31DF-DA86-425D-A932-D6A3F3665A3E}">
      <dgm:prSet/>
      <dgm:spPr/>
      <dgm:t>
        <a:bodyPr/>
        <a:lstStyle/>
        <a:p>
          <a:endParaRPr lang="en-US"/>
        </a:p>
      </dgm:t>
    </dgm:pt>
    <dgm:pt modelId="{9DD5973A-02A5-4A57-8896-6FB4AE4240B3}">
      <dgm:prSet/>
      <dgm:spPr/>
      <dgm:t>
        <a:bodyPr/>
        <a:lstStyle/>
        <a:p>
          <a:r>
            <a:rPr lang="en-IN"/>
            <a:t>View records </a:t>
          </a:r>
          <a:endParaRPr lang="en-US"/>
        </a:p>
      </dgm:t>
    </dgm:pt>
    <dgm:pt modelId="{B687CD81-6690-4C39-9153-EDD94D79CB0A}" type="parTrans" cxnId="{2417B233-73E2-444A-8ECE-61E0D7571144}">
      <dgm:prSet/>
      <dgm:spPr/>
      <dgm:t>
        <a:bodyPr/>
        <a:lstStyle/>
        <a:p>
          <a:endParaRPr lang="en-US"/>
        </a:p>
      </dgm:t>
    </dgm:pt>
    <dgm:pt modelId="{531D4EB1-78B5-42C9-AD0D-5A46BAA9FF7F}" type="sibTrans" cxnId="{2417B233-73E2-444A-8ECE-61E0D7571144}">
      <dgm:prSet/>
      <dgm:spPr/>
      <dgm:t>
        <a:bodyPr/>
        <a:lstStyle/>
        <a:p>
          <a:endParaRPr lang="en-US"/>
        </a:p>
      </dgm:t>
    </dgm:pt>
    <dgm:pt modelId="{0A3FD796-7C82-4030-9D9E-2E0BC807C747}">
      <dgm:prSet/>
      <dgm:spPr/>
      <dgm:t>
        <a:bodyPr/>
        <a:lstStyle/>
        <a:p>
          <a:r>
            <a:rPr lang="en-IN"/>
            <a:t>Update details </a:t>
          </a:r>
          <a:endParaRPr lang="en-US"/>
        </a:p>
      </dgm:t>
    </dgm:pt>
    <dgm:pt modelId="{14C7F9AC-6305-47EC-B11F-40859F149FEF}" type="parTrans" cxnId="{C75E2C67-CBEB-4C05-A674-6E40DB971733}">
      <dgm:prSet/>
      <dgm:spPr/>
      <dgm:t>
        <a:bodyPr/>
        <a:lstStyle/>
        <a:p>
          <a:endParaRPr lang="en-US"/>
        </a:p>
      </dgm:t>
    </dgm:pt>
    <dgm:pt modelId="{0DA4A1D9-A7FA-4870-91E9-321F92F43A5C}" type="sibTrans" cxnId="{C75E2C67-CBEB-4C05-A674-6E40DB971733}">
      <dgm:prSet/>
      <dgm:spPr/>
      <dgm:t>
        <a:bodyPr/>
        <a:lstStyle/>
        <a:p>
          <a:endParaRPr lang="en-US"/>
        </a:p>
      </dgm:t>
    </dgm:pt>
    <dgm:pt modelId="{D0317284-9E2F-4D35-8489-29EFF3731A03}">
      <dgm:prSet/>
      <dgm:spPr/>
      <dgm:t>
        <a:bodyPr/>
        <a:lstStyle/>
        <a:p>
          <a:r>
            <a:rPr lang="en-IN" b="1"/>
            <a:t>Doctor Management</a:t>
          </a:r>
          <a:endParaRPr lang="en-US"/>
        </a:p>
      </dgm:t>
    </dgm:pt>
    <dgm:pt modelId="{5B59B309-E89E-40F2-9F09-0E2AFC14B947}" type="parTrans" cxnId="{AB986286-DC89-453C-A237-0F0D8D8451A5}">
      <dgm:prSet/>
      <dgm:spPr/>
      <dgm:t>
        <a:bodyPr/>
        <a:lstStyle/>
        <a:p>
          <a:endParaRPr lang="en-US"/>
        </a:p>
      </dgm:t>
    </dgm:pt>
    <dgm:pt modelId="{D6A5063A-7BF5-4E38-97C5-0C9B06416DF2}" type="sibTrans" cxnId="{AB986286-DC89-453C-A237-0F0D8D8451A5}">
      <dgm:prSet/>
      <dgm:spPr/>
      <dgm:t>
        <a:bodyPr/>
        <a:lstStyle/>
        <a:p>
          <a:endParaRPr lang="en-US"/>
        </a:p>
      </dgm:t>
    </dgm:pt>
    <dgm:pt modelId="{2FD8C33D-5F82-4A94-AA74-B19BBC3290C9}">
      <dgm:prSet/>
      <dgm:spPr/>
      <dgm:t>
        <a:bodyPr/>
        <a:lstStyle/>
        <a:p>
          <a:r>
            <a:rPr lang="en-IN"/>
            <a:t>Doctor availability </a:t>
          </a:r>
          <a:endParaRPr lang="en-US"/>
        </a:p>
      </dgm:t>
    </dgm:pt>
    <dgm:pt modelId="{D610A6A7-6FE1-44FC-9BFE-6ACF8D014E83}" type="parTrans" cxnId="{1B8B8BB2-7A8D-4A75-BEC5-EDA0BB06EBDD}">
      <dgm:prSet/>
      <dgm:spPr/>
      <dgm:t>
        <a:bodyPr/>
        <a:lstStyle/>
        <a:p>
          <a:endParaRPr lang="en-US"/>
        </a:p>
      </dgm:t>
    </dgm:pt>
    <dgm:pt modelId="{51E20EE2-E706-422D-9B82-8202B0D62D39}" type="sibTrans" cxnId="{1B8B8BB2-7A8D-4A75-BEC5-EDA0BB06EBDD}">
      <dgm:prSet/>
      <dgm:spPr/>
      <dgm:t>
        <a:bodyPr/>
        <a:lstStyle/>
        <a:p>
          <a:endParaRPr lang="en-US"/>
        </a:p>
      </dgm:t>
    </dgm:pt>
    <dgm:pt modelId="{0E29DC67-7F21-4308-86B7-EA6B2CA1D51E}">
      <dgm:prSet/>
      <dgm:spPr/>
      <dgm:t>
        <a:bodyPr/>
        <a:lstStyle/>
        <a:p>
          <a:r>
            <a:rPr lang="en-IN"/>
            <a:t>Appointment limits </a:t>
          </a:r>
          <a:endParaRPr lang="en-US"/>
        </a:p>
      </dgm:t>
    </dgm:pt>
    <dgm:pt modelId="{D1ADB3F6-DDC5-4EEB-AD6F-B82DED2FD468}" type="parTrans" cxnId="{6A7F4DFF-15FA-42E9-ACF1-680DC878B02F}">
      <dgm:prSet/>
      <dgm:spPr/>
      <dgm:t>
        <a:bodyPr/>
        <a:lstStyle/>
        <a:p>
          <a:endParaRPr lang="en-US"/>
        </a:p>
      </dgm:t>
    </dgm:pt>
    <dgm:pt modelId="{1F00F6E1-115D-48C8-9463-90B38A4B5A35}" type="sibTrans" cxnId="{6A7F4DFF-15FA-42E9-ACF1-680DC878B02F}">
      <dgm:prSet/>
      <dgm:spPr/>
      <dgm:t>
        <a:bodyPr/>
        <a:lstStyle/>
        <a:p>
          <a:endParaRPr lang="en-US"/>
        </a:p>
      </dgm:t>
    </dgm:pt>
    <dgm:pt modelId="{CD298049-44DF-49C5-A62C-ADAF824B4CF5}">
      <dgm:prSet/>
      <dgm:spPr/>
      <dgm:t>
        <a:bodyPr/>
        <a:lstStyle/>
        <a:p>
          <a:r>
            <a:rPr lang="en-IN" b="1"/>
            <a:t>Billing</a:t>
          </a:r>
          <a:endParaRPr lang="en-US"/>
        </a:p>
      </dgm:t>
    </dgm:pt>
    <dgm:pt modelId="{16481C24-1968-433A-B186-AE4D85C3D33E}" type="parTrans" cxnId="{6C573145-F146-40EC-9528-C0AAE4517C35}">
      <dgm:prSet/>
      <dgm:spPr/>
      <dgm:t>
        <a:bodyPr/>
        <a:lstStyle/>
        <a:p>
          <a:endParaRPr lang="en-US"/>
        </a:p>
      </dgm:t>
    </dgm:pt>
    <dgm:pt modelId="{2902F95A-F2FC-4ED1-A7B2-027971AAD118}" type="sibTrans" cxnId="{6C573145-F146-40EC-9528-C0AAE4517C35}">
      <dgm:prSet/>
      <dgm:spPr/>
      <dgm:t>
        <a:bodyPr/>
        <a:lstStyle/>
        <a:p>
          <a:endParaRPr lang="en-US"/>
        </a:p>
      </dgm:t>
    </dgm:pt>
    <dgm:pt modelId="{2F7CB971-A3AF-483A-BC16-326A2F41ECF6}">
      <dgm:prSet/>
      <dgm:spPr/>
      <dgm:t>
        <a:bodyPr/>
        <a:lstStyle/>
        <a:p>
          <a:r>
            <a:rPr lang="en-IN"/>
            <a:t>Automatic bill generation </a:t>
          </a:r>
          <a:endParaRPr lang="en-US"/>
        </a:p>
      </dgm:t>
    </dgm:pt>
    <dgm:pt modelId="{8D420EBD-0B2F-4201-B79A-0C25F5064C6E}" type="parTrans" cxnId="{78B806EA-E9E4-446B-BABE-035BDD8F7184}">
      <dgm:prSet/>
      <dgm:spPr/>
      <dgm:t>
        <a:bodyPr/>
        <a:lstStyle/>
        <a:p>
          <a:endParaRPr lang="en-US"/>
        </a:p>
      </dgm:t>
    </dgm:pt>
    <dgm:pt modelId="{4CD5314B-AAE2-46A5-8C0B-BD5974DA8262}" type="sibTrans" cxnId="{78B806EA-E9E4-446B-BABE-035BDD8F7184}">
      <dgm:prSet/>
      <dgm:spPr/>
      <dgm:t>
        <a:bodyPr/>
        <a:lstStyle/>
        <a:p>
          <a:endParaRPr lang="en-US"/>
        </a:p>
      </dgm:t>
    </dgm:pt>
    <dgm:pt modelId="{20156C4E-D446-495C-AAE3-801666C00B42}">
      <dgm:prSet/>
      <dgm:spPr/>
      <dgm:t>
        <a:bodyPr/>
        <a:lstStyle/>
        <a:p>
          <a:r>
            <a:rPr lang="en-IN"/>
            <a:t>Room charges </a:t>
          </a:r>
          <a:endParaRPr lang="en-US"/>
        </a:p>
      </dgm:t>
    </dgm:pt>
    <dgm:pt modelId="{4082CCB5-4B7C-4F6E-888C-6E65921A90CA}" type="parTrans" cxnId="{E282ABC6-4DF9-443A-8B37-9ADEBF028C9A}">
      <dgm:prSet/>
      <dgm:spPr/>
      <dgm:t>
        <a:bodyPr/>
        <a:lstStyle/>
        <a:p>
          <a:endParaRPr lang="en-US"/>
        </a:p>
      </dgm:t>
    </dgm:pt>
    <dgm:pt modelId="{D133CE16-6336-4D53-A0E9-79FEDBF922F3}" type="sibTrans" cxnId="{E282ABC6-4DF9-443A-8B37-9ADEBF028C9A}">
      <dgm:prSet/>
      <dgm:spPr/>
      <dgm:t>
        <a:bodyPr/>
        <a:lstStyle/>
        <a:p>
          <a:endParaRPr lang="en-US"/>
        </a:p>
      </dgm:t>
    </dgm:pt>
    <dgm:pt modelId="{253E4FDC-37AC-4561-917B-92F6CA4464C2}">
      <dgm:prSet/>
      <dgm:spPr/>
      <dgm:t>
        <a:bodyPr/>
        <a:lstStyle/>
        <a:p>
          <a:r>
            <a:rPr lang="en-IN"/>
            <a:t>Medicine charges </a:t>
          </a:r>
          <a:endParaRPr lang="en-US"/>
        </a:p>
      </dgm:t>
    </dgm:pt>
    <dgm:pt modelId="{6325375D-2AE1-48A6-A00F-3135CA0CB21D}" type="parTrans" cxnId="{1BD92533-612B-466F-9636-320FC2242DD7}">
      <dgm:prSet/>
      <dgm:spPr/>
      <dgm:t>
        <a:bodyPr/>
        <a:lstStyle/>
        <a:p>
          <a:endParaRPr lang="en-US"/>
        </a:p>
      </dgm:t>
    </dgm:pt>
    <dgm:pt modelId="{8BE4E688-DDA9-46AE-9AC9-9A169F33C707}" type="sibTrans" cxnId="{1BD92533-612B-466F-9636-320FC2242DD7}">
      <dgm:prSet/>
      <dgm:spPr/>
      <dgm:t>
        <a:bodyPr/>
        <a:lstStyle/>
        <a:p>
          <a:endParaRPr lang="en-US"/>
        </a:p>
      </dgm:t>
    </dgm:pt>
    <dgm:pt modelId="{B0617725-32A9-4337-8D23-B820B3DFE819}">
      <dgm:prSet/>
      <dgm:spPr/>
      <dgm:t>
        <a:bodyPr/>
        <a:lstStyle/>
        <a:p>
          <a:r>
            <a:rPr lang="en-IN"/>
            <a:t>Laboratory charges </a:t>
          </a:r>
          <a:endParaRPr lang="en-US"/>
        </a:p>
      </dgm:t>
    </dgm:pt>
    <dgm:pt modelId="{D7D5E154-28AD-4DF4-A1D4-16983D8F3810}" type="parTrans" cxnId="{6D6B5038-D45D-4EDD-8176-88AD9EC9969B}">
      <dgm:prSet/>
      <dgm:spPr/>
      <dgm:t>
        <a:bodyPr/>
        <a:lstStyle/>
        <a:p>
          <a:endParaRPr lang="en-US"/>
        </a:p>
      </dgm:t>
    </dgm:pt>
    <dgm:pt modelId="{CCF17D50-B98A-45C8-A988-CF054A178ED1}" type="sibTrans" cxnId="{6D6B5038-D45D-4EDD-8176-88AD9EC9969B}">
      <dgm:prSet/>
      <dgm:spPr/>
      <dgm:t>
        <a:bodyPr/>
        <a:lstStyle/>
        <a:p>
          <a:endParaRPr lang="en-US"/>
        </a:p>
      </dgm:t>
    </dgm:pt>
    <dgm:pt modelId="{7CE06979-D4F6-4E00-8C12-8F83559E6B5A}">
      <dgm:prSet/>
      <dgm:spPr/>
      <dgm:t>
        <a:bodyPr/>
        <a:lstStyle/>
        <a:p>
          <a:r>
            <a:rPr lang="en-IN"/>
            <a:t>Tax calculation </a:t>
          </a:r>
          <a:endParaRPr lang="en-US"/>
        </a:p>
      </dgm:t>
    </dgm:pt>
    <dgm:pt modelId="{9885D13A-688A-499F-A33D-0CDE5B941597}" type="parTrans" cxnId="{1CC60E6D-4DBE-4783-96CA-9C93E32C0A0A}">
      <dgm:prSet/>
      <dgm:spPr/>
      <dgm:t>
        <a:bodyPr/>
        <a:lstStyle/>
        <a:p>
          <a:endParaRPr lang="en-US"/>
        </a:p>
      </dgm:t>
    </dgm:pt>
    <dgm:pt modelId="{A2609178-16DA-4445-B89F-AE78B1687123}" type="sibTrans" cxnId="{1CC60E6D-4DBE-4783-96CA-9C93E32C0A0A}">
      <dgm:prSet/>
      <dgm:spPr/>
      <dgm:t>
        <a:bodyPr/>
        <a:lstStyle/>
        <a:p>
          <a:endParaRPr lang="en-US"/>
        </a:p>
      </dgm:t>
    </dgm:pt>
    <dgm:pt modelId="{06A16A17-8088-46AE-938A-6BFC864CA31E}">
      <dgm:prSet/>
      <dgm:spPr/>
      <dgm:t>
        <a:bodyPr/>
        <a:lstStyle/>
        <a:p>
          <a:r>
            <a:rPr lang="en-IN" b="1"/>
            <a:t>Pharmacy</a:t>
          </a:r>
          <a:endParaRPr lang="en-US"/>
        </a:p>
      </dgm:t>
    </dgm:pt>
    <dgm:pt modelId="{E343FC95-E8BE-4290-87F8-9E5218B6EF63}" type="parTrans" cxnId="{37220981-1624-46D5-A8C9-B517E4576BD9}">
      <dgm:prSet/>
      <dgm:spPr/>
      <dgm:t>
        <a:bodyPr/>
        <a:lstStyle/>
        <a:p>
          <a:endParaRPr lang="en-US"/>
        </a:p>
      </dgm:t>
    </dgm:pt>
    <dgm:pt modelId="{ACFFECFB-CDED-4980-A85F-E708139F470F}" type="sibTrans" cxnId="{37220981-1624-46D5-A8C9-B517E4576BD9}">
      <dgm:prSet/>
      <dgm:spPr/>
      <dgm:t>
        <a:bodyPr/>
        <a:lstStyle/>
        <a:p>
          <a:endParaRPr lang="en-US"/>
        </a:p>
      </dgm:t>
    </dgm:pt>
    <dgm:pt modelId="{9A65097F-4BE2-4FED-A141-845B59FA6C09}">
      <dgm:prSet/>
      <dgm:spPr/>
      <dgm:t>
        <a:bodyPr/>
        <a:lstStyle/>
        <a:p>
          <a:r>
            <a:rPr lang="en-IN"/>
            <a:t>Medicine stock management </a:t>
          </a:r>
          <a:endParaRPr lang="en-US"/>
        </a:p>
      </dgm:t>
    </dgm:pt>
    <dgm:pt modelId="{7F4CF2B2-9B46-40E5-A72A-B34AB4BB5680}" type="parTrans" cxnId="{5A6F4899-5AA9-4502-8850-80692D8D39C4}">
      <dgm:prSet/>
      <dgm:spPr/>
      <dgm:t>
        <a:bodyPr/>
        <a:lstStyle/>
        <a:p>
          <a:endParaRPr lang="en-US"/>
        </a:p>
      </dgm:t>
    </dgm:pt>
    <dgm:pt modelId="{220FA716-F76C-453B-A44F-802AC3EC16BE}" type="sibTrans" cxnId="{5A6F4899-5AA9-4502-8850-80692D8D39C4}">
      <dgm:prSet/>
      <dgm:spPr/>
      <dgm:t>
        <a:bodyPr/>
        <a:lstStyle/>
        <a:p>
          <a:endParaRPr lang="en-US"/>
        </a:p>
      </dgm:t>
    </dgm:pt>
    <dgm:pt modelId="{4827D6BC-8EE8-49C2-BD3B-3D471DD05545}">
      <dgm:prSet/>
      <dgm:spPr/>
      <dgm:t>
        <a:bodyPr/>
        <a:lstStyle/>
        <a:p>
          <a:r>
            <a:rPr lang="en-IN" b="1"/>
            <a:t>Laboratory</a:t>
          </a:r>
          <a:endParaRPr lang="en-US"/>
        </a:p>
      </dgm:t>
    </dgm:pt>
    <dgm:pt modelId="{1CD06A02-5067-4F11-B866-526D510DF889}" type="parTrans" cxnId="{86E9FE7F-B090-49D5-9931-E05015D0F052}">
      <dgm:prSet/>
      <dgm:spPr/>
      <dgm:t>
        <a:bodyPr/>
        <a:lstStyle/>
        <a:p>
          <a:endParaRPr lang="en-US"/>
        </a:p>
      </dgm:t>
    </dgm:pt>
    <dgm:pt modelId="{F00D6693-51C5-4C22-B620-FD05A870F09D}" type="sibTrans" cxnId="{86E9FE7F-B090-49D5-9931-E05015D0F052}">
      <dgm:prSet/>
      <dgm:spPr/>
      <dgm:t>
        <a:bodyPr/>
        <a:lstStyle/>
        <a:p>
          <a:endParaRPr lang="en-US"/>
        </a:p>
      </dgm:t>
    </dgm:pt>
    <dgm:pt modelId="{6353F5F8-E1BC-473C-BA04-24514A551388}">
      <dgm:prSet/>
      <dgm:spPr/>
      <dgm:t>
        <a:bodyPr/>
        <a:lstStyle/>
        <a:p>
          <a:r>
            <a:rPr lang="en-IN"/>
            <a:t>Lab test records </a:t>
          </a:r>
          <a:endParaRPr lang="en-US"/>
        </a:p>
      </dgm:t>
    </dgm:pt>
    <dgm:pt modelId="{A3F20EF8-6359-412B-912D-09EAD349D31E}" type="parTrans" cxnId="{6A8A4BB3-0179-49BD-838A-0F18866E77FA}">
      <dgm:prSet/>
      <dgm:spPr/>
      <dgm:t>
        <a:bodyPr/>
        <a:lstStyle/>
        <a:p>
          <a:endParaRPr lang="en-US"/>
        </a:p>
      </dgm:t>
    </dgm:pt>
    <dgm:pt modelId="{ECB1D75A-A319-4C8E-ACD4-36C696BED6B9}" type="sibTrans" cxnId="{6A8A4BB3-0179-49BD-838A-0F18866E77FA}">
      <dgm:prSet/>
      <dgm:spPr/>
      <dgm:t>
        <a:bodyPr/>
        <a:lstStyle/>
        <a:p>
          <a:endParaRPr lang="en-US"/>
        </a:p>
      </dgm:t>
    </dgm:pt>
    <dgm:pt modelId="{01134B4C-096E-4AAE-B16E-CC5F3356C9C5}">
      <dgm:prSet/>
      <dgm:spPr/>
      <dgm:t>
        <a:bodyPr/>
        <a:lstStyle/>
        <a:p>
          <a:r>
            <a:rPr lang="en-IN" b="1"/>
            <a:t>Dashboard</a:t>
          </a:r>
          <a:endParaRPr lang="en-US"/>
        </a:p>
      </dgm:t>
    </dgm:pt>
    <dgm:pt modelId="{0BDD7FCD-964B-4BEC-8AE0-D57BE4ED4C41}" type="parTrans" cxnId="{15662A2F-C357-4E5E-B4B9-3EB3115DB7AE}">
      <dgm:prSet/>
      <dgm:spPr/>
      <dgm:t>
        <a:bodyPr/>
        <a:lstStyle/>
        <a:p>
          <a:endParaRPr lang="en-US"/>
        </a:p>
      </dgm:t>
    </dgm:pt>
    <dgm:pt modelId="{5C36B134-F6AB-474B-BEE0-284978DE8A89}" type="sibTrans" cxnId="{15662A2F-C357-4E5E-B4B9-3EB3115DB7AE}">
      <dgm:prSet/>
      <dgm:spPr/>
      <dgm:t>
        <a:bodyPr/>
        <a:lstStyle/>
        <a:p>
          <a:endParaRPr lang="en-US"/>
        </a:p>
      </dgm:t>
    </dgm:pt>
    <dgm:pt modelId="{E705815D-A289-4FFF-BB3E-712BAC32B3D6}">
      <dgm:prSet/>
      <dgm:spPr/>
      <dgm:t>
        <a:bodyPr/>
        <a:lstStyle/>
        <a:p>
          <a:r>
            <a:rPr lang="en-IN"/>
            <a:t>Live statistics </a:t>
          </a:r>
          <a:endParaRPr lang="en-US"/>
        </a:p>
      </dgm:t>
    </dgm:pt>
    <dgm:pt modelId="{3B078DDD-F258-4D7F-B290-D450ADC55EE4}" type="parTrans" cxnId="{76F50423-0F14-420C-B857-9347923901F2}">
      <dgm:prSet/>
      <dgm:spPr/>
      <dgm:t>
        <a:bodyPr/>
        <a:lstStyle/>
        <a:p>
          <a:endParaRPr lang="en-US"/>
        </a:p>
      </dgm:t>
    </dgm:pt>
    <dgm:pt modelId="{0D4582B0-CAAA-40A0-A02B-C92C3B1B9F6C}" type="sibTrans" cxnId="{76F50423-0F14-420C-B857-9347923901F2}">
      <dgm:prSet/>
      <dgm:spPr/>
      <dgm:t>
        <a:bodyPr/>
        <a:lstStyle/>
        <a:p>
          <a:endParaRPr lang="en-US"/>
        </a:p>
      </dgm:t>
    </dgm:pt>
    <dgm:pt modelId="{1C0C6C28-E2BE-41C9-8D54-B8832FA2BF13}">
      <dgm:prSet/>
      <dgm:spPr/>
      <dgm:t>
        <a:bodyPr/>
        <a:lstStyle/>
        <a:p>
          <a:r>
            <a:rPr lang="en-IN"/>
            <a:t>Graphical reports </a:t>
          </a:r>
          <a:endParaRPr lang="en-US"/>
        </a:p>
      </dgm:t>
    </dgm:pt>
    <dgm:pt modelId="{29D69D27-3926-423E-8060-E2517228F51A}" type="parTrans" cxnId="{2D6C602B-36DA-468E-A01B-3F07B593E98D}">
      <dgm:prSet/>
      <dgm:spPr/>
      <dgm:t>
        <a:bodyPr/>
        <a:lstStyle/>
        <a:p>
          <a:endParaRPr lang="en-US"/>
        </a:p>
      </dgm:t>
    </dgm:pt>
    <dgm:pt modelId="{67052981-C08D-442E-B921-1025EEA47722}" type="sibTrans" cxnId="{2D6C602B-36DA-468E-A01B-3F07B593E98D}">
      <dgm:prSet/>
      <dgm:spPr/>
      <dgm:t>
        <a:bodyPr/>
        <a:lstStyle/>
        <a:p>
          <a:endParaRPr lang="en-US"/>
        </a:p>
      </dgm:t>
    </dgm:pt>
    <dgm:pt modelId="{3F4D2F26-AE96-418A-BAB1-1A58E0572416}">
      <dgm:prSet/>
      <dgm:spPr/>
      <dgm:t>
        <a:bodyPr/>
        <a:lstStyle/>
        <a:p>
          <a:r>
            <a:rPr lang="en-IN"/>
            <a:t>Revenue analysis</a:t>
          </a:r>
          <a:endParaRPr lang="en-US"/>
        </a:p>
      </dgm:t>
    </dgm:pt>
    <dgm:pt modelId="{30DFBEDD-B272-4642-A788-CEF6EB522010}" type="parTrans" cxnId="{4CF66CBE-7552-4369-8B3E-2DD7E6056A52}">
      <dgm:prSet/>
      <dgm:spPr/>
      <dgm:t>
        <a:bodyPr/>
        <a:lstStyle/>
        <a:p>
          <a:endParaRPr lang="en-US"/>
        </a:p>
      </dgm:t>
    </dgm:pt>
    <dgm:pt modelId="{F9E1FB9A-A0D5-4D6D-8AEC-60953577DF17}" type="sibTrans" cxnId="{4CF66CBE-7552-4369-8B3E-2DD7E6056A52}">
      <dgm:prSet/>
      <dgm:spPr/>
      <dgm:t>
        <a:bodyPr/>
        <a:lstStyle/>
        <a:p>
          <a:endParaRPr lang="en-US"/>
        </a:p>
      </dgm:t>
    </dgm:pt>
    <dgm:pt modelId="{3E3926A4-4013-4FE1-AC4C-3DD16855393C}" type="pres">
      <dgm:prSet presAssocID="{C38AC1EB-C4DD-4EC1-9CFA-C3C8E7E72E3B}" presName="diagram" presStyleCnt="0">
        <dgm:presLayoutVars>
          <dgm:dir/>
          <dgm:resizeHandles val="exact"/>
        </dgm:presLayoutVars>
      </dgm:prSet>
      <dgm:spPr/>
    </dgm:pt>
    <dgm:pt modelId="{6613BA41-D673-493A-A47A-ACE1D8AD5625}" type="pres">
      <dgm:prSet presAssocID="{74BC16DB-5D34-4769-AFDD-5891E232479C}" presName="node" presStyleLbl="node1" presStyleIdx="0" presStyleCnt="22">
        <dgm:presLayoutVars>
          <dgm:bulletEnabled val="1"/>
        </dgm:presLayoutVars>
      </dgm:prSet>
      <dgm:spPr/>
    </dgm:pt>
    <dgm:pt modelId="{E4EFCB70-8ADB-4706-B5A4-DD56690EF13F}" type="pres">
      <dgm:prSet presAssocID="{290E7A73-03EF-472F-9D15-AFFE692FD878}" presName="sibTrans" presStyleCnt="0"/>
      <dgm:spPr/>
    </dgm:pt>
    <dgm:pt modelId="{CAFD9460-6F76-4444-95D4-4527F671B98E}" type="pres">
      <dgm:prSet presAssocID="{F867B8E2-B16D-4FDA-9A45-6D3A5242CD85}" presName="node" presStyleLbl="node1" presStyleIdx="1" presStyleCnt="22">
        <dgm:presLayoutVars>
          <dgm:bulletEnabled val="1"/>
        </dgm:presLayoutVars>
      </dgm:prSet>
      <dgm:spPr/>
    </dgm:pt>
    <dgm:pt modelId="{FBCA4609-C923-449A-A3CF-A5F8521D8952}" type="pres">
      <dgm:prSet presAssocID="{793E130B-4065-42A3-B0EB-4520414C32E2}" presName="sibTrans" presStyleCnt="0"/>
      <dgm:spPr/>
    </dgm:pt>
    <dgm:pt modelId="{E3C5360F-DB82-46FD-8AFF-12FDAEFD9EB7}" type="pres">
      <dgm:prSet presAssocID="{AC1A5BB6-24B8-48C9-A15D-D94DC8688FC6}" presName="node" presStyleLbl="node1" presStyleIdx="2" presStyleCnt="22">
        <dgm:presLayoutVars>
          <dgm:bulletEnabled val="1"/>
        </dgm:presLayoutVars>
      </dgm:prSet>
      <dgm:spPr/>
    </dgm:pt>
    <dgm:pt modelId="{F4957138-B7D1-4BBF-91F0-57100D3A6F1B}" type="pres">
      <dgm:prSet presAssocID="{D2F6F2E5-FFB5-4043-AC7E-2D492C7D13D7}" presName="sibTrans" presStyleCnt="0"/>
      <dgm:spPr/>
    </dgm:pt>
    <dgm:pt modelId="{747175C8-F422-43C0-BDC3-C42F3CDB9584}" type="pres">
      <dgm:prSet presAssocID="{9DD5973A-02A5-4A57-8896-6FB4AE4240B3}" presName="node" presStyleLbl="node1" presStyleIdx="3" presStyleCnt="22">
        <dgm:presLayoutVars>
          <dgm:bulletEnabled val="1"/>
        </dgm:presLayoutVars>
      </dgm:prSet>
      <dgm:spPr/>
    </dgm:pt>
    <dgm:pt modelId="{B69B4456-F56A-4F9D-8BE8-804760E3031A}" type="pres">
      <dgm:prSet presAssocID="{531D4EB1-78B5-42C9-AD0D-5A46BAA9FF7F}" presName="sibTrans" presStyleCnt="0"/>
      <dgm:spPr/>
    </dgm:pt>
    <dgm:pt modelId="{546EF32E-8606-4B39-B364-C1487F1D0B6E}" type="pres">
      <dgm:prSet presAssocID="{0A3FD796-7C82-4030-9D9E-2E0BC807C747}" presName="node" presStyleLbl="node1" presStyleIdx="4" presStyleCnt="22">
        <dgm:presLayoutVars>
          <dgm:bulletEnabled val="1"/>
        </dgm:presLayoutVars>
      </dgm:prSet>
      <dgm:spPr/>
    </dgm:pt>
    <dgm:pt modelId="{E0116112-AD1D-43DC-B543-5F22C587C674}" type="pres">
      <dgm:prSet presAssocID="{0DA4A1D9-A7FA-4870-91E9-321F92F43A5C}" presName="sibTrans" presStyleCnt="0"/>
      <dgm:spPr/>
    </dgm:pt>
    <dgm:pt modelId="{D95A901B-88EA-4D50-8B07-C1348A8E7E4E}" type="pres">
      <dgm:prSet presAssocID="{D0317284-9E2F-4D35-8489-29EFF3731A03}" presName="node" presStyleLbl="node1" presStyleIdx="5" presStyleCnt="22">
        <dgm:presLayoutVars>
          <dgm:bulletEnabled val="1"/>
        </dgm:presLayoutVars>
      </dgm:prSet>
      <dgm:spPr/>
    </dgm:pt>
    <dgm:pt modelId="{CDBE8CAD-2E2A-49D5-ADB6-81E50211D7B4}" type="pres">
      <dgm:prSet presAssocID="{D6A5063A-7BF5-4E38-97C5-0C9B06416DF2}" presName="sibTrans" presStyleCnt="0"/>
      <dgm:spPr/>
    </dgm:pt>
    <dgm:pt modelId="{756DF6DD-AA29-40B2-B46D-0B94EE436747}" type="pres">
      <dgm:prSet presAssocID="{2FD8C33D-5F82-4A94-AA74-B19BBC3290C9}" presName="node" presStyleLbl="node1" presStyleIdx="6" presStyleCnt="22">
        <dgm:presLayoutVars>
          <dgm:bulletEnabled val="1"/>
        </dgm:presLayoutVars>
      </dgm:prSet>
      <dgm:spPr/>
    </dgm:pt>
    <dgm:pt modelId="{33728A50-203F-46C3-A639-E35A13B70E24}" type="pres">
      <dgm:prSet presAssocID="{51E20EE2-E706-422D-9B82-8202B0D62D39}" presName="sibTrans" presStyleCnt="0"/>
      <dgm:spPr/>
    </dgm:pt>
    <dgm:pt modelId="{54B45F5B-8D7B-448D-A16C-C0F4969DF57E}" type="pres">
      <dgm:prSet presAssocID="{0E29DC67-7F21-4308-86B7-EA6B2CA1D51E}" presName="node" presStyleLbl="node1" presStyleIdx="7" presStyleCnt="22">
        <dgm:presLayoutVars>
          <dgm:bulletEnabled val="1"/>
        </dgm:presLayoutVars>
      </dgm:prSet>
      <dgm:spPr/>
    </dgm:pt>
    <dgm:pt modelId="{8ECA8AF4-FF1D-4E2D-AA33-00E977FDE886}" type="pres">
      <dgm:prSet presAssocID="{1F00F6E1-115D-48C8-9463-90B38A4B5A35}" presName="sibTrans" presStyleCnt="0"/>
      <dgm:spPr/>
    </dgm:pt>
    <dgm:pt modelId="{CD067AAB-B485-4AF7-B3A1-3AECF7F7B264}" type="pres">
      <dgm:prSet presAssocID="{CD298049-44DF-49C5-A62C-ADAF824B4CF5}" presName="node" presStyleLbl="node1" presStyleIdx="8" presStyleCnt="22">
        <dgm:presLayoutVars>
          <dgm:bulletEnabled val="1"/>
        </dgm:presLayoutVars>
      </dgm:prSet>
      <dgm:spPr/>
    </dgm:pt>
    <dgm:pt modelId="{8DDDE5E1-BD66-4F98-930D-3FE81EC50F78}" type="pres">
      <dgm:prSet presAssocID="{2902F95A-F2FC-4ED1-A7B2-027971AAD118}" presName="sibTrans" presStyleCnt="0"/>
      <dgm:spPr/>
    </dgm:pt>
    <dgm:pt modelId="{DF56B134-E7C9-4C51-BDDA-1B9F6EFE8CE4}" type="pres">
      <dgm:prSet presAssocID="{2F7CB971-A3AF-483A-BC16-326A2F41ECF6}" presName="node" presStyleLbl="node1" presStyleIdx="9" presStyleCnt="22">
        <dgm:presLayoutVars>
          <dgm:bulletEnabled val="1"/>
        </dgm:presLayoutVars>
      </dgm:prSet>
      <dgm:spPr/>
    </dgm:pt>
    <dgm:pt modelId="{9E3785A3-D510-4C3B-B466-DBF76ABE5E4A}" type="pres">
      <dgm:prSet presAssocID="{4CD5314B-AAE2-46A5-8C0B-BD5974DA8262}" presName="sibTrans" presStyleCnt="0"/>
      <dgm:spPr/>
    </dgm:pt>
    <dgm:pt modelId="{8BBD1FD5-71F6-4130-AFDC-66845F6CAB8C}" type="pres">
      <dgm:prSet presAssocID="{20156C4E-D446-495C-AAE3-801666C00B42}" presName="node" presStyleLbl="node1" presStyleIdx="10" presStyleCnt="22">
        <dgm:presLayoutVars>
          <dgm:bulletEnabled val="1"/>
        </dgm:presLayoutVars>
      </dgm:prSet>
      <dgm:spPr/>
    </dgm:pt>
    <dgm:pt modelId="{C0A70578-909F-4215-B8AE-7E2692FB1321}" type="pres">
      <dgm:prSet presAssocID="{D133CE16-6336-4D53-A0E9-79FEDBF922F3}" presName="sibTrans" presStyleCnt="0"/>
      <dgm:spPr/>
    </dgm:pt>
    <dgm:pt modelId="{1BCFA36C-60C8-479B-B113-10CDCA614835}" type="pres">
      <dgm:prSet presAssocID="{253E4FDC-37AC-4561-917B-92F6CA4464C2}" presName="node" presStyleLbl="node1" presStyleIdx="11" presStyleCnt="22">
        <dgm:presLayoutVars>
          <dgm:bulletEnabled val="1"/>
        </dgm:presLayoutVars>
      </dgm:prSet>
      <dgm:spPr/>
    </dgm:pt>
    <dgm:pt modelId="{DD3D2675-6742-419D-BA14-A705A74426EB}" type="pres">
      <dgm:prSet presAssocID="{8BE4E688-DDA9-46AE-9AC9-9A169F33C707}" presName="sibTrans" presStyleCnt="0"/>
      <dgm:spPr/>
    </dgm:pt>
    <dgm:pt modelId="{C2C9EA9F-78FA-41FD-89AD-207F49131E22}" type="pres">
      <dgm:prSet presAssocID="{B0617725-32A9-4337-8D23-B820B3DFE819}" presName="node" presStyleLbl="node1" presStyleIdx="12" presStyleCnt="22">
        <dgm:presLayoutVars>
          <dgm:bulletEnabled val="1"/>
        </dgm:presLayoutVars>
      </dgm:prSet>
      <dgm:spPr/>
    </dgm:pt>
    <dgm:pt modelId="{9E5A6172-332F-4BDE-B23B-02D41944CF5F}" type="pres">
      <dgm:prSet presAssocID="{CCF17D50-B98A-45C8-A988-CF054A178ED1}" presName="sibTrans" presStyleCnt="0"/>
      <dgm:spPr/>
    </dgm:pt>
    <dgm:pt modelId="{E61D8DD2-75E4-4815-A820-D54D595976E9}" type="pres">
      <dgm:prSet presAssocID="{7CE06979-D4F6-4E00-8C12-8F83559E6B5A}" presName="node" presStyleLbl="node1" presStyleIdx="13" presStyleCnt="22">
        <dgm:presLayoutVars>
          <dgm:bulletEnabled val="1"/>
        </dgm:presLayoutVars>
      </dgm:prSet>
      <dgm:spPr/>
    </dgm:pt>
    <dgm:pt modelId="{C4FCC466-5F5F-4883-96CE-32DA21077ACE}" type="pres">
      <dgm:prSet presAssocID="{A2609178-16DA-4445-B89F-AE78B1687123}" presName="sibTrans" presStyleCnt="0"/>
      <dgm:spPr/>
    </dgm:pt>
    <dgm:pt modelId="{F70EB1A8-4343-4825-B43C-9634230DFDBB}" type="pres">
      <dgm:prSet presAssocID="{06A16A17-8088-46AE-938A-6BFC864CA31E}" presName="node" presStyleLbl="node1" presStyleIdx="14" presStyleCnt="22">
        <dgm:presLayoutVars>
          <dgm:bulletEnabled val="1"/>
        </dgm:presLayoutVars>
      </dgm:prSet>
      <dgm:spPr/>
    </dgm:pt>
    <dgm:pt modelId="{0DC8A7C8-4CCC-47B7-80B6-C99F925BEB94}" type="pres">
      <dgm:prSet presAssocID="{ACFFECFB-CDED-4980-A85F-E708139F470F}" presName="sibTrans" presStyleCnt="0"/>
      <dgm:spPr/>
    </dgm:pt>
    <dgm:pt modelId="{4EF07590-847A-465E-A97E-71E4AFE749C0}" type="pres">
      <dgm:prSet presAssocID="{9A65097F-4BE2-4FED-A141-845B59FA6C09}" presName="node" presStyleLbl="node1" presStyleIdx="15" presStyleCnt="22">
        <dgm:presLayoutVars>
          <dgm:bulletEnabled val="1"/>
        </dgm:presLayoutVars>
      </dgm:prSet>
      <dgm:spPr/>
    </dgm:pt>
    <dgm:pt modelId="{B7E779D0-25E8-4860-9806-605F6F410E48}" type="pres">
      <dgm:prSet presAssocID="{220FA716-F76C-453B-A44F-802AC3EC16BE}" presName="sibTrans" presStyleCnt="0"/>
      <dgm:spPr/>
    </dgm:pt>
    <dgm:pt modelId="{B67D70BA-5439-4C84-BA9F-57DFA43A78D8}" type="pres">
      <dgm:prSet presAssocID="{4827D6BC-8EE8-49C2-BD3B-3D471DD05545}" presName="node" presStyleLbl="node1" presStyleIdx="16" presStyleCnt="22">
        <dgm:presLayoutVars>
          <dgm:bulletEnabled val="1"/>
        </dgm:presLayoutVars>
      </dgm:prSet>
      <dgm:spPr/>
    </dgm:pt>
    <dgm:pt modelId="{4C21A8A0-4C52-4B08-AB29-F03CF4E29207}" type="pres">
      <dgm:prSet presAssocID="{F00D6693-51C5-4C22-B620-FD05A870F09D}" presName="sibTrans" presStyleCnt="0"/>
      <dgm:spPr/>
    </dgm:pt>
    <dgm:pt modelId="{8BC6E3C4-0AD9-4E6A-B8C5-B84E37A7ED4D}" type="pres">
      <dgm:prSet presAssocID="{6353F5F8-E1BC-473C-BA04-24514A551388}" presName="node" presStyleLbl="node1" presStyleIdx="17" presStyleCnt="22">
        <dgm:presLayoutVars>
          <dgm:bulletEnabled val="1"/>
        </dgm:presLayoutVars>
      </dgm:prSet>
      <dgm:spPr/>
    </dgm:pt>
    <dgm:pt modelId="{3BEFF574-78F6-462B-B0C9-755CA982AE56}" type="pres">
      <dgm:prSet presAssocID="{ECB1D75A-A319-4C8E-ACD4-36C696BED6B9}" presName="sibTrans" presStyleCnt="0"/>
      <dgm:spPr/>
    </dgm:pt>
    <dgm:pt modelId="{2451A621-E248-4D43-BE11-F30892D928FC}" type="pres">
      <dgm:prSet presAssocID="{01134B4C-096E-4AAE-B16E-CC5F3356C9C5}" presName="node" presStyleLbl="node1" presStyleIdx="18" presStyleCnt="22">
        <dgm:presLayoutVars>
          <dgm:bulletEnabled val="1"/>
        </dgm:presLayoutVars>
      </dgm:prSet>
      <dgm:spPr/>
    </dgm:pt>
    <dgm:pt modelId="{75754803-2149-45B6-9DD2-7C2B5F97114B}" type="pres">
      <dgm:prSet presAssocID="{5C36B134-F6AB-474B-BEE0-284978DE8A89}" presName="sibTrans" presStyleCnt="0"/>
      <dgm:spPr/>
    </dgm:pt>
    <dgm:pt modelId="{82A01884-E7D8-4937-8B70-98E5E387C918}" type="pres">
      <dgm:prSet presAssocID="{E705815D-A289-4FFF-BB3E-712BAC32B3D6}" presName="node" presStyleLbl="node1" presStyleIdx="19" presStyleCnt="22">
        <dgm:presLayoutVars>
          <dgm:bulletEnabled val="1"/>
        </dgm:presLayoutVars>
      </dgm:prSet>
      <dgm:spPr/>
    </dgm:pt>
    <dgm:pt modelId="{FBC61469-3631-4A8E-90CD-06C0F802C487}" type="pres">
      <dgm:prSet presAssocID="{0D4582B0-CAAA-40A0-A02B-C92C3B1B9F6C}" presName="sibTrans" presStyleCnt="0"/>
      <dgm:spPr/>
    </dgm:pt>
    <dgm:pt modelId="{FA1A0809-F021-4A33-AEAB-5B23364AAEBA}" type="pres">
      <dgm:prSet presAssocID="{1C0C6C28-E2BE-41C9-8D54-B8832FA2BF13}" presName="node" presStyleLbl="node1" presStyleIdx="20" presStyleCnt="22">
        <dgm:presLayoutVars>
          <dgm:bulletEnabled val="1"/>
        </dgm:presLayoutVars>
      </dgm:prSet>
      <dgm:spPr/>
    </dgm:pt>
    <dgm:pt modelId="{932B75DA-C17C-4EB5-8DBB-AD3ABD7710FF}" type="pres">
      <dgm:prSet presAssocID="{67052981-C08D-442E-B921-1025EEA47722}" presName="sibTrans" presStyleCnt="0"/>
      <dgm:spPr/>
    </dgm:pt>
    <dgm:pt modelId="{6F556E5E-71CF-4647-A714-78FA259452CD}" type="pres">
      <dgm:prSet presAssocID="{3F4D2F26-AE96-418A-BAB1-1A58E0572416}" presName="node" presStyleLbl="node1" presStyleIdx="21" presStyleCnt="22">
        <dgm:presLayoutVars>
          <dgm:bulletEnabled val="1"/>
        </dgm:presLayoutVars>
      </dgm:prSet>
      <dgm:spPr/>
    </dgm:pt>
  </dgm:ptLst>
  <dgm:cxnLst>
    <dgm:cxn modelId="{49F19108-E71E-445B-A0F8-943C872639B9}" type="presOf" srcId="{1C0C6C28-E2BE-41C9-8D54-B8832FA2BF13}" destId="{FA1A0809-F021-4A33-AEAB-5B23364AAEBA}" srcOrd="0" destOrd="0" presId="urn:microsoft.com/office/officeart/2005/8/layout/default"/>
    <dgm:cxn modelId="{C1CBB711-81C5-4D2C-856E-627AFB71FC0B}" type="presOf" srcId="{9A65097F-4BE2-4FED-A141-845B59FA6C09}" destId="{4EF07590-847A-465E-A97E-71E4AFE749C0}" srcOrd="0" destOrd="0" presId="urn:microsoft.com/office/officeart/2005/8/layout/default"/>
    <dgm:cxn modelId="{09EB5B1C-5D87-487A-911D-EB39712487C0}" type="presOf" srcId="{E705815D-A289-4FFF-BB3E-712BAC32B3D6}" destId="{82A01884-E7D8-4937-8B70-98E5E387C918}" srcOrd="0" destOrd="0" presId="urn:microsoft.com/office/officeart/2005/8/layout/default"/>
    <dgm:cxn modelId="{9BA3641F-BB27-4122-A8D6-E9E117659033}" type="presOf" srcId="{C38AC1EB-C4DD-4EC1-9CFA-C3C8E7E72E3B}" destId="{3E3926A4-4013-4FE1-AC4C-3DD16855393C}" srcOrd="0" destOrd="0" presId="urn:microsoft.com/office/officeart/2005/8/layout/default"/>
    <dgm:cxn modelId="{B6AB5C20-A2FE-48B0-8A5B-327C4F2E1298}" type="presOf" srcId="{2F7CB971-A3AF-483A-BC16-326A2F41ECF6}" destId="{DF56B134-E7C9-4C51-BDDA-1B9F6EFE8CE4}" srcOrd="0" destOrd="0" presId="urn:microsoft.com/office/officeart/2005/8/layout/default"/>
    <dgm:cxn modelId="{76F50423-0F14-420C-B857-9347923901F2}" srcId="{C38AC1EB-C4DD-4EC1-9CFA-C3C8E7E72E3B}" destId="{E705815D-A289-4FFF-BB3E-712BAC32B3D6}" srcOrd="19" destOrd="0" parTransId="{3B078DDD-F258-4D7F-B290-D450ADC55EE4}" sibTransId="{0D4582B0-CAAA-40A0-A02B-C92C3B1B9F6C}"/>
    <dgm:cxn modelId="{2440C625-C034-4372-A099-C6E4C2E351C3}" srcId="{C38AC1EB-C4DD-4EC1-9CFA-C3C8E7E72E3B}" destId="{F867B8E2-B16D-4FDA-9A45-6D3A5242CD85}" srcOrd="1" destOrd="0" parTransId="{6543AB92-2891-4CD4-B03E-8370337D8259}" sibTransId="{793E130B-4065-42A3-B0EB-4520414C32E2}"/>
    <dgm:cxn modelId="{FA909426-C738-40B6-AF6A-D99E26AEDAD2}" type="presOf" srcId="{F867B8E2-B16D-4FDA-9A45-6D3A5242CD85}" destId="{CAFD9460-6F76-4444-95D4-4527F671B98E}" srcOrd="0" destOrd="0" presId="urn:microsoft.com/office/officeart/2005/8/layout/default"/>
    <dgm:cxn modelId="{2D6C602B-36DA-468E-A01B-3F07B593E98D}" srcId="{C38AC1EB-C4DD-4EC1-9CFA-C3C8E7E72E3B}" destId="{1C0C6C28-E2BE-41C9-8D54-B8832FA2BF13}" srcOrd="20" destOrd="0" parTransId="{29D69D27-3926-423E-8060-E2517228F51A}" sibTransId="{67052981-C08D-442E-B921-1025EEA47722}"/>
    <dgm:cxn modelId="{15662A2F-C357-4E5E-B4B9-3EB3115DB7AE}" srcId="{C38AC1EB-C4DD-4EC1-9CFA-C3C8E7E72E3B}" destId="{01134B4C-096E-4AAE-B16E-CC5F3356C9C5}" srcOrd="18" destOrd="0" parTransId="{0BDD7FCD-964B-4BEC-8AE0-D57BE4ED4C41}" sibTransId="{5C36B134-F6AB-474B-BEE0-284978DE8A89}"/>
    <dgm:cxn modelId="{1BD92533-612B-466F-9636-320FC2242DD7}" srcId="{C38AC1EB-C4DD-4EC1-9CFA-C3C8E7E72E3B}" destId="{253E4FDC-37AC-4561-917B-92F6CA4464C2}" srcOrd="11" destOrd="0" parTransId="{6325375D-2AE1-48A6-A00F-3135CA0CB21D}" sibTransId="{8BE4E688-DDA9-46AE-9AC9-9A169F33C707}"/>
    <dgm:cxn modelId="{2417B233-73E2-444A-8ECE-61E0D7571144}" srcId="{C38AC1EB-C4DD-4EC1-9CFA-C3C8E7E72E3B}" destId="{9DD5973A-02A5-4A57-8896-6FB4AE4240B3}" srcOrd="3" destOrd="0" parTransId="{B687CD81-6690-4C39-9153-EDD94D79CB0A}" sibTransId="{531D4EB1-78B5-42C9-AD0D-5A46BAA9FF7F}"/>
    <dgm:cxn modelId="{5F6E6F34-BC64-4FFD-9EC1-C0FF0643A33A}" type="presOf" srcId="{AC1A5BB6-24B8-48C9-A15D-D94DC8688FC6}" destId="{E3C5360F-DB82-46FD-8AFF-12FDAEFD9EB7}" srcOrd="0" destOrd="0" presId="urn:microsoft.com/office/officeart/2005/8/layout/default"/>
    <dgm:cxn modelId="{86CA4C35-D184-4DA6-A26A-0DA672B83DD2}" type="presOf" srcId="{3F4D2F26-AE96-418A-BAB1-1A58E0572416}" destId="{6F556E5E-71CF-4647-A714-78FA259452CD}" srcOrd="0" destOrd="0" presId="urn:microsoft.com/office/officeart/2005/8/layout/default"/>
    <dgm:cxn modelId="{6D6B5038-D45D-4EDD-8176-88AD9EC9969B}" srcId="{C38AC1EB-C4DD-4EC1-9CFA-C3C8E7E72E3B}" destId="{B0617725-32A9-4337-8D23-B820B3DFE819}" srcOrd="12" destOrd="0" parTransId="{D7D5E154-28AD-4DF4-A1D4-16983D8F3810}" sibTransId="{CCF17D50-B98A-45C8-A988-CF054A178ED1}"/>
    <dgm:cxn modelId="{6C573145-F146-40EC-9528-C0AAE4517C35}" srcId="{C38AC1EB-C4DD-4EC1-9CFA-C3C8E7E72E3B}" destId="{CD298049-44DF-49C5-A62C-ADAF824B4CF5}" srcOrd="8" destOrd="0" parTransId="{16481C24-1968-433A-B186-AE4D85C3D33E}" sibTransId="{2902F95A-F2FC-4ED1-A7B2-027971AAD118}"/>
    <dgm:cxn modelId="{C75E2C67-CBEB-4C05-A674-6E40DB971733}" srcId="{C38AC1EB-C4DD-4EC1-9CFA-C3C8E7E72E3B}" destId="{0A3FD796-7C82-4030-9D9E-2E0BC807C747}" srcOrd="4" destOrd="0" parTransId="{14C7F9AC-6305-47EC-B11F-40859F149FEF}" sibTransId="{0DA4A1D9-A7FA-4870-91E9-321F92F43A5C}"/>
    <dgm:cxn modelId="{CB203868-CD91-49BB-B347-503A74821B10}" type="presOf" srcId="{B0617725-32A9-4337-8D23-B820B3DFE819}" destId="{C2C9EA9F-78FA-41FD-89AD-207F49131E22}" srcOrd="0" destOrd="0" presId="urn:microsoft.com/office/officeart/2005/8/layout/default"/>
    <dgm:cxn modelId="{A2EED14A-21B3-4FE9-86BB-D528A73E4C78}" type="presOf" srcId="{0A3FD796-7C82-4030-9D9E-2E0BC807C747}" destId="{546EF32E-8606-4B39-B364-C1487F1D0B6E}" srcOrd="0" destOrd="0" presId="urn:microsoft.com/office/officeart/2005/8/layout/default"/>
    <dgm:cxn modelId="{6FDE384B-A160-474C-9E59-BA3B95950218}" type="presOf" srcId="{4827D6BC-8EE8-49C2-BD3B-3D471DD05545}" destId="{B67D70BA-5439-4C84-BA9F-57DFA43A78D8}" srcOrd="0" destOrd="0" presId="urn:microsoft.com/office/officeart/2005/8/layout/default"/>
    <dgm:cxn modelId="{1CC60E6D-4DBE-4783-96CA-9C93E32C0A0A}" srcId="{C38AC1EB-C4DD-4EC1-9CFA-C3C8E7E72E3B}" destId="{7CE06979-D4F6-4E00-8C12-8F83559E6B5A}" srcOrd="13" destOrd="0" parTransId="{9885D13A-688A-499F-A33D-0CDE5B941597}" sibTransId="{A2609178-16DA-4445-B89F-AE78B1687123}"/>
    <dgm:cxn modelId="{533ABE4D-A185-41F0-ADDD-A0834FE38A04}" type="presOf" srcId="{2FD8C33D-5F82-4A94-AA74-B19BBC3290C9}" destId="{756DF6DD-AA29-40B2-B46D-0B94EE436747}" srcOrd="0" destOrd="0" presId="urn:microsoft.com/office/officeart/2005/8/layout/default"/>
    <dgm:cxn modelId="{00028E4F-F0AA-441A-AFB2-E391891400A3}" type="presOf" srcId="{253E4FDC-37AC-4561-917B-92F6CA4464C2}" destId="{1BCFA36C-60C8-479B-B113-10CDCA614835}" srcOrd="0" destOrd="0" presId="urn:microsoft.com/office/officeart/2005/8/layout/default"/>
    <dgm:cxn modelId="{D4B8C272-96AA-40CA-A79B-20337399D1C4}" type="presOf" srcId="{74BC16DB-5D34-4769-AFDD-5891E232479C}" destId="{6613BA41-D673-493A-A47A-ACE1D8AD5625}" srcOrd="0" destOrd="0" presId="urn:microsoft.com/office/officeart/2005/8/layout/default"/>
    <dgm:cxn modelId="{9B408255-0E3F-4BD3-A1DB-603E73A9FC3B}" type="presOf" srcId="{6353F5F8-E1BC-473C-BA04-24514A551388}" destId="{8BC6E3C4-0AD9-4E6A-B8C5-B84E37A7ED4D}" srcOrd="0" destOrd="0" presId="urn:microsoft.com/office/officeart/2005/8/layout/default"/>
    <dgm:cxn modelId="{DE2CB15A-530D-40D8-979C-D7B9724780A0}" type="presOf" srcId="{9DD5973A-02A5-4A57-8896-6FB4AE4240B3}" destId="{747175C8-F422-43C0-BDC3-C42F3CDB9584}" srcOrd="0" destOrd="0" presId="urn:microsoft.com/office/officeart/2005/8/layout/default"/>
    <dgm:cxn modelId="{86E9FE7F-B090-49D5-9931-E05015D0F052}" srcId="{C38AC1EB-C4DD-4EC1-9CFA-C3C8E7E72E3B}" destId="{4827D6BC-8EE8-49C2-BD3B-3D471DD05545}" srcOrd="16" destOrd="0" parTransId="{1CD06A02-5067-4F11-B866-526D510DF889}" sibTransId="{F00D6693-51C5-4C22-B620-FD05A870F09D}"/>
    <dgm:cxn modelId="{8E68DF80-D939-4DC3-B0AF-47D865A31FBA}" srcId="{C38AC1EB-C4DD-4EC1-9CFA-C3C8E7E72E3B}" destId="{74BC16DB-5D34-4769-AFDD-5891E232479C}" srcOrd="0" destOrd="0" parTransId="{B060DB46-1DC6-480D-99D5-CA49B7A3389A}" sibTransId="{290E7A73-03EF-472F-9D15-AFFE692FD878}"/>
    <dgm:cxn modelId="{37220981-1624-46D5-A8C9-B517E4576BD9}" srcId="{C38AC1EB-C4DD-4EC1-9CFA-C3C8E7E72E3B}" destId="{06A16A17-8088-46AE-938A-6BFC864CA31E}" srcOrd="14" destOrd="0" parTransId="{E343FC95-E8BE-4290-87F8-9E5218B6EF63}" sibTransId="{ACFFECFB-CDED-4980-A85F-E708139F470F}"/>
    <dgm:cxn modelId="{AB986286-DC89-453C-A237-0F0D8D8451A5}" srcId="{C38AC1EB-C4DD-4EC1-9CFA-C3C8E7E72E3B}" destId="{D0317284-9E2F-4D35-8489-29EFF3731A03}" srcOrd="5" destOrd="0" parTransId="{5B59B309-E89E-40F2-9F09-0E2AFC14B947}" sibTransId="{D6A5063A-7BF5-4E38-97C5-0C9B06416DF2}"/>
    <dgm:cxn modelId="{8C2D8A87-7D27-4661-A494-CCE6A9126084}" type="presOf" srcId="{0E29DC67-7F21-4308-86B7-EA6B2CA1D51E}" destId="{54B45F5B-8D7B-448D-A16C-C0F4969DF57E}" srcOrd="0" destOrd="0" presId="urn:microsoft.com/office/officeart/2005/8/layout/default"/>
    <dgm:cxn modelId="{5A6F4899-5AA9-4502-8850-80692D8D39C4}" srcId="{C38AC1EB-C4DD-4EC1-9CFA-C3C8E7E72E3B}" destId="{9A65097F-4BE2-4FED-A141-845B59FA6C09}" srcOrd="15" destOrd="0" parTransId="{7F4CF2B2-9B46-40E5-A72A-B34AB4BB5680}" sibTransId="{220FA716-F76C-453B-A44F-802AC3EC16BE}"/>
    <dgm:cxn modelId="{28CAE19B-0E37-4180-89BD-BC3AF6662641}" type="presOf" srcId="{01134B4C-096E-4AAE-B16E-CC5F3356C9C5}" destId="{2451A621-E248-4D43-BE11-F30892D928FC}" srcOrd="0" destOrd="0" presId="urn:microsoft.com/office/officeart/2005/8/layout/default"/>
    <dgm:cxn modelId="{7CA5F39F-8F63-4E18-9130-9FD1E5894146}" type="presOf" srcId="{7CE06979-D4F6-4E00-8C12-8F83559E6B5A}" destId="{E61D8DD2-75E4-4815-A820-D54D595976E9}" srcOrd="0" destOrd="0" presId="urn:microsoft.com/office/officeart/2005/8/layout/default"/>
    <dgm:cxn modelId="{8F73BCAF-7EFF-4781-867F-FDE8D4993B00}" type="presOf" srcId="{D0317284-9E2F-4D35-8489-29EFF3731A03}" destId="{D95A901B-88EA-4D50-8B07-C1348A8E7E4E}" srcOrd="0" destOrd="0" presId="urn:microsoft.com/office/officeart/2005/8/layout/default"/>
    <dgm:cxn modelId="{1B8B8BB2-7A8D-4A75-BEC5-EDA0BB06EBDD}" srcId="{C38AC1EB-C4DD-4EC1-9CFA-C3C8E7E72E3B}" destId="{2FD8C33D-5F82-4A94-AA74-B19BBC3290C9}" srcOrd="6" destOrd="0" parTransId="{D610A6A7-6FE1-44FC-9BFE-6ACF8D014E83}" sibTransId="{51E20EE2-E706-422D-9B82-8202B0D62D39}"/>
    <dgm:cxn modelId="{6A8A4BB3-0179-49BD-838A-0F18866E77FA}" srcId="{C38AC1EB-C4DD-4EC1-9CFA-C3C8E7E72E3B}" destId="{6353F5F8-E1BC-473C-BA04-24514A551388}" srcOrd="17" destOrd="0" parTransId="{A3F20EF8-6359-412B-912D-09EAD349D31E}" sibTransId="{ECB1D75A-A319-4C8E-ACD4-36C696BED6B9}"/>
    <dgm:cxn modelId="{4CF66CBE-7552-4369-8B3E-2DD7E6056A52}" srcId="{C38AC1EB-C4DD-4EC1-9CFA-C3C8E7E72E3B}" destId="{3F4D2F26-AE96-418A-BAB1-1A58E0572416}" srcOrd="21" destOrd="0" parTransId="{30DFBEDD-B272-4642-A788-CEF6EB522010}" sibTransId="{F9E1FB9A-A0D5-4D6D-8AEC-60953577DF17}"/>
    <dgm:cxn modelId="{E282ABC6-4DF9-443A-8B37-9ADEBF028C9A}" srcId="{C38AC1EB-C4DD-4EC1-9CFA-C3C8E7E72E3B}" destId="{20156C4E-D446-495C-AAE3-801666C00B42}" srcOrd="10" destOrd="0" parTransId="{4082CCB5-4B7C-4F6E-888C-6E65921A90CA}" sibTransId="{D133CE16-6336-4D53-A0E9-79FEDBF922F3}"/>
    <dgm:cxn modelId="{60DBEBC9-EEA0-4779-9E34-9F650DF49D72}" type="presOf" srcId="{20156C4E-D446-495C-AAE3-801666C00B42}" destId="{8BBD1FD5-71F6-4130-AFDC-66845F6CAB8C}" srcOrd="0" destOrd="0" presId="urn:microsoft.com/office/officeart/2005/8/layout/default"/>
    <dgm:cxn modelId="{CF3D54D6-6CA4-409E-9F07-736F5FE775A6}" type="presOf" srcId="{CD298049-44DF-49C5-A62C-ADAF824B4CF5}" destId="{CD067AAB-B485-4AF7-B3A1-3AECF7F7B264}" srcOrd="0" destOrd="0" presId="urn:microsoft.com/office/officeart/2005/8/layout/default"/>
    <dgm:cxn modelId="{A7DD31DF-DA86-425D-A932-D6A3F3665A3E}" srcId="{C38AC1EB-C4DD-4EC1-9CFA-C3C8E7E72E3B}" destId="{AC1A5BB6-24B8-48C9-A15D-D94DC8688FC6}" srcOrd="2" destOrd="0" parTransId="{771CFCBB-D6ED-4B5A-9243-130705CF805C}" sibTransId="{D2F6F2E5-FFB5-4043-AC7E-2D492C7D13D7}"/>
    <dgm:cxn modelId="{78B806EA-E9E4-446B-BABE-035BDD8F7184}" srcId="{C38AC1EB-C4DD-4EC1-9CFA-C3C8E7E72E3B}" destId="{2F7CB971-A3AF-483A-BC16-326A2F41ECF6}" srcOrd="9" destOrd="0" parTransId="{8D420EBD-0B2F-4201-B79A-0C25F5064C6E}" sibTransId="{4CD5314B-AAE2-46A5-8C0B-BD5974DA8262}"/>
    <dgm:cxn modelId="{D89CE3FB-110D-4C39-A7A1-A1A462975FA3}" type="presOf" srcId="{06A16A17-8088-46AE-938A-6BFC864CA31E}" destId="{F70EB1A8-4343-4825-B43C-9634230DFDBB}" srcOrd="0" destOrd="0" presId="urn:microsoft.com/office/officeart/2005/8/layout/default"/>
    <dgm:cxn modelId="{6A7F4DFF-15FA-42E9-ACF1-680DC878B02F}" srcId="{C38AC1EB-C4DD-4EC1-9CFA-C3C8E7E72E3B}" destId="{0E29DC67-7F21-4308-86B7-EA6B2CA1D51E}" srcOrd="7" destOrd="0" parTransId="{D1ADB3F6-DDC5-4EEB-AD6F-B82DED2FD468}" sibTransId="{1F00F6E1-115D-48C8-9463-90B38A4B5A35}"/>
    <dgm:cxn modelId="{DA536394-C249-4A00-9301-237C14B93675}" type="presParOf" srcId="{3E3926A4-4013-4FE1-AC4C-3DD16855393C}" destId="{6613BA41-D673-493A-A47A-ACE1D8AD5625}" srcOrd="0" destOrd="0" presId="urn:microsoft.com/office/officeart/2005/8/layout/default"/>
    <dgm:cxn modelId="{CE36F9D3-DEED-47B4-9DF4-4B4EAD325548}" type="presParOf" srcId="{3E3926A4-4013-4FE1-AC4C-3DD16855393C}" destId="{E4EFCB70-8ADB-4706-B5A4-DD56690EF13F}" srcOrd="1" destOrd="0" presId="urn:microsoft.com/office/officeart/2005/8/layout/default"/>
    <dgm:cxn modelId="{6A11FE34-2F7D-415C-8710-FBFF2F480D12}" type="presParOf" srcId="{3E3926A4-4013-4FE1-AC4C-3DD16855393C}" destId="{CAFD9460-6F76-4444-95D4-4527F671B98E}" srcOrd="2" destOrd="0" presId="urn:microsoft.com/office/officeart/2005/8/layout/default"/>
    <dgm:cxn modelId="{8CB508B2-2808-46B4-AFE5-7895EAE604DB}" type="presParOf" srcId="{3E3926A4-4013-4FE1-AC4C-3DD16855393C}" destId="{FBCA4609-C923-449A-A3CF-A5F8521D8952}" srcOrd="3" destOrd="0" presId="urn:microsoft.com/office/officeart/2005/8/layout/default"/>
    <dgm:cxn modelId="{19664E23-279C-4A88-BFFF-396D97E40B46}" type="presParOf" srcId="{3E3926A4-4013-4FE1-AC4C-3DD16855393C}" destId="{E3C5360F-DB82-46FD-8AFF-12FDAEFD9EB7}" srcOrd="4" destOrd="0" presId="urn:microsoft.com/office/officeart/2005/8/layout/default"/>
    <dgm:cxn modelId="{679E96E2-4902-41D0-AD6C-FCA6D1027623}" type="presParOf" srcId="{3E3926A4-4013-4FE1-AC4C-3DD16855393C}" destId="{F4957138-B7D1-4BBF-91F0-57100D3A6F1B}" srcOrd="5" destOrd="0" presId="urn:microsoft.com/office/officeart/2005/8/layout/default"/>
    <dgm:cxn modelId="{5326FBC9-4F57-4D87-AF90-674D2EE6905D}" type="presParOf" srcId="{3E3926A4-4013-4FE1-AC4C-3DD16855393C}" destId="{747175C8-F422-43C0-BDC3-C42F3CDB9584}" srcOrd="6" destOrd="0" presId="urn:microsoft.com/office/officeart/2005/8/layout/default"/>
    <dgm:cxn modelId="{E5C75EDC-2DB1-48C5-A9BB-76094B2B20CE}" type="presParOf" srcId="{3E3926A4-4013-4FE1-AC4C-3DD16855393C}" destId="{B69B4456-F56A-4F9D-8BE8-804760E3031A}" srcOrd="7" destOrd="0" presId="urn:microsoft.com/office/officeart/2005/8/layout/default"/>
    <dgm:cxn modelId="{4EBF6292-AB03-4DD9-B938-562E8B21BA45}" type="presParOf" srcId="{3E3926A4-4013-4FE1-AC4C-3DD16855393C}" destId="{546EF32E-8606-4B39-B364-C1487F1D0B6E}" srcOrd="8" destOrd="0" presId="urn:microsoft.com/office/officeart/2005/8/layout/default"/>
    <dgm:cxn modelId="{C311917D-9F6A-4D9F-9BC4-77428C0A1BF5}" type="presParOf" srcId="{3E3926A4-4013-4FE1-AC4C-3DD16855393C}" destId="{E0116112-AD1D-43DC-B543-5F22C587C674}" srcOrd="9" destOrd="0" presId="urn:microsoft.com/office/officeart/2005/8/layout/default"/>
    <dgm:cxn modelId="{D4E9CD6B-F970-4030-967E-4015F7CC11BF}" type="presParOf" srcId="{3E3926A4-4013-4FE1-AC4C-3DD16855393C}" destId="{D95A901B-88EA-4D50-8B07-C1348A8E7E4E}" srcOrd="10" destOrd="0" presId="urn:microsoft.com/office/officeart/2005/8/layout/default"/>
    <dgm:cxn modelId="{43F7EE06-465A-4C2F-B1F6-AB09EFA7F8A3}" type="presParOf" srcId="{3E3926A4-4013-4FE1-AC4C-3DD16855393C}" destId="{CDBE8CAD-2E2A-49D5-ADB6-81E50211D7B4}" srcOrd="11" destOrd="0" presId="urn:microsoft.com/office/officeart/2005/8/layout/default"/>
    <dgm:cxn modelId="{882951EA-6A05-4D8C-9056-3C6655B112F8}" type="presParOf" srcId="{3E3926A4-4013-4FE1-AC4C-3DD16855393C}" destId="{756DF6DD-AA29-40B2-B46D-0B94EE436747}" srcOrd="12" destOrd="0" presId="urn:microsoft.com/office/officeart/2005/8/layout/default"/>
    <dgm:cxn modelId="{E92359B7-9D9A-49F3-9D37-0F671195E9E8}" type="presParOf" srcId="{3E3926A4-4013-4FE1-AC4C-3DD16855393C}" destId="{33728A50-203F-46C3-A639-E35A13B70E24}" srcOrd="13" destOrd="0" presId="urn:microsoft.com/office/officeart/2005/8/layout/default"/>
    <dgm:cxn modelId="{25131D18-8FD9-4F93-B3AD-37D717F7C475}" type="presParOf" srcId="{3E3926A4-4013-4FE1-AC4C-3DD16855393C}" destId="{54B45F5B-8D7B-448D-A16C-C0F4969DF57E}" srcOrd="14" destOrd="0" presId="urn:microsoft.com/office/officeart/2005/8/layout/default"/>
    <dgm:cxn modelId="{C0A52A9E-5CCA-43EC-B9AC-5C2433C4C0EF}" type="presParOf" srcId="{3E3926A4-4013-4FE1-AC4C-3DD16855393C}" destId="{8ECA8AF4-FF1D-4E2D-AA33-00E977FDE886}" srcOrd="15" destOrd="0" presId="urn:microsoft.com/office/officeart/2005/8/layout/default"/>
    <dgm:cxn modelId="{71687CB3-7AEE-4691-9B13-3691C42AE02E}" type="presParOf" srcId="{3E3926A4-4013-4FE1-AC4C-3DD16855393C}" destId="{CD067AAB-B485-4AF7-B3A1-3AECF7F7B264}" srcOrd="16" destOrd="0" presId="urn:microsoft.com/office/officeart/2005/8/layout/default"/>
    <dgm:cxn modelId="{A0FD05EA-0A30-4B50-AF25-FA289E6AF361}" type="presParOf" srcId="{3E3926A4-4013-4FE1-AC4C-3DD16855393C}" destId="{8DDDE5E1-BD66-4F98-930D-3FE81EC50F78}" srcOrd="17" destOrd="0" presId="urn:microsoft.com/office/officeart/2005/8/layout/default"/>
    <dgm:cxn modelId="{7E9F3E78-87AC-4BC8-835B-B050202D2B59}" type="presParOf" srcId="{3E3926A4-4013-4FE1-AC4C-3DD16855393C}" destId="{DF56B134-E7C9-4C51-BDDA-1B9F6EFE8CE4}" srcOrd="18" destOrd="0" presId="urn:microsoft.com/office/officeart/2005/8/layout/default"/>
    <dgm:cxn modelId="{1223B7BE-9AA5-45F2-BF9D-6A3179D46A45}" type="presParOf" srcId="{3E3926A4-4013-4FE1-AC4C-3DD16855393C}" destId="{9E3785A3-D510-4C3B-B466-DBF76ABE5E4A}" srcOrd="19" destOrd="0" presId="urn:microsoft.com/office/officeart/2005/8/layout/default"/>
    <dgm:cxn modelId="{13157F94-FF6C-422E-8747-0FFB8DD0DCA3}" type="presParOf" srcId="{3E3926A4-4013-4FE1-AC4C-3DD16855393C}" destId="{8BBD1FD5-71F6-4130-AFDC-66845F6CAB8C}" srcOrd="20" destOrd="0" presId="urn:microsoft.com/office/officeart/2005/8/layout/default"/>
    <dgm:cxn modelId="{1773383E-E10D-473D-899B-D923D23E9576}" type="presParOf" srcId="{3E3926A4-4013-4FE1-AC4C-3DD16855393C}" destId="{C0A70578-909F-4215-B8AE-7E2692FB1321}" srcOrd="21" destOrd="0" presId="urn:microsoft.com/office/officeart/2005/8/layout/default"/>
    <dgm:cxn modelId="{478EF275-9D48-41EF-857B-7CEB431E9946}" type="presParOf" srcId="{3E3926A4-4013-4FE1-AC4C-3DD16855393C}" destId="{1BCFA36C-60C8-479B-B113-10CDCA614835}" srcOrd="22" destOrd="0" presId="urn:microsoft.com/office/officeart/2005/8/layout/default"/>
    <dgm:cxn modelId="{7A2FC573-24AE-4F8F-925D-DA4DBD318ED7}" type="presParOf" srcId="{3E3926A4-4013-4FE1-AC4C-3DD16855393C}" destId="{DD3D2675-6742-419D-BA14-A705A74426EB}" srcOrd="23" destOrd="0" presId="urn:microsoft.com/office/officeart/2005/8/layout/default"/>
    <dgm:cxn modelId="{6EE8A521-6BE7-4C04-B5B3-55DFF4703A6C}" type="presParOf" srcId="{3E3926A4-4013-4FE1-AC4C-3DD16855393C}" destId="{C2C9EA9F-78FA-41FD-89AD-207F49131E22}" srcOrd="24" destOrd="0" presId="urn:microsoft.com/office/officeart/2005/8/layout/default"/>
    <dgm:cxn modelId="{2A55B1B5-4708-46FE-A8EA-D17EDA08206E}" type="presParOf" srcId="{3E3926A4-4013-4FE1-AC4C-3DD16855393C}" destId="{9E5A6172-332F-4BDE-B23B-02D41944CF5F}" srcOrd="25" destOrd="0" presId="urn:microsoft.com/office/officeart/2005/8/layout/default"/>
    <dgm:cxn modelId="{6765E0DA-DE99-4C6D-9C30-53ED998A6C46}" type="presParOf" srcId="{3E3926A4-4013-4FE1-AC4C-3DD16855393C}" destId="{E61D8DD2-75E4-4815-A820-D54D595976E9}" srcOrd="26" destOrd="0" presId="urn:microsoft.com/office/officeart/2005/8/layout/default"/>
    <dgm:cxn modelId="{A6303A7C-124B-457B-B086-A1622B0B3EAD}" type="presParOf" srcId="{3E3926A4-4013-4FE1-AC4C-3DD16855393C}" destId="{C4FCC466-5F5F-4883-96CE-32DA21077ACE}" srcOrd="27" destOrd="0" presId="urn:microsoft.com/office/officeart/2005/8/layout/default"/>
    <dgm:cxn modelId="{D85B351A-7F9F-47B2-B53B-D05EAD327E97}" type="presParOf" srcId="{3E3926A4-4013-4FE1-AC4C-3DD16855393C}" destId="{F70EB1A8-4343-4825-B43C-9634230DFDBB}" srcOrd="28" destOrd="0" presId="urn:microsoft.com/office/officeart/2005/8/layout/default"/>
    <dgm:cxn modelId="{C674EEE1-CAF6-4825-B0A5-073F3697C016}" type="presParOf" srcId="{3E3926A4-4013-4FE1-AC4C-3DD16855393C}" destId="{0DC8A7C8-4CCC-47B7-80B6-C99F925BEB94}" srcOrd="29" destOrd="0" presId="urn:microsoft.com/office/officeart/2005/8/layout/default"/>
    <dgm:cxn modelId="{5FEA9FC1-1411-42AB-8FAA-77EF21DD98DB}" type="presParOf" srcId="{3E3926A4-4013-4FE1-AC4C-3DD16855393C}" destId="{4EF07590-847A-465E-A97E-71E4AFE749C0}" srcOrd="30" destOrd="0" presId="urn:microsoft.com/office/officeart/2005/8/layout/default"/>
    <dgm:cxn modelId="{6BCE72D9-212C-438F-964F-1771F452BC69}" type="presParOf" srcId="{3E3926A4-4013-4FE1-AC4C-3DD16855393C}" destId="{B7E779D0-25E8-4860-9806-605F6F410E48}" srcOrd="31" destOrd="0" presId="urn:microsoft.com/office/officeart/2005/8/layout/default"/>
    <dgm:cxn modelId="{442F93D1-C586-44B2-A8E0-C71B90C18B99}" type="presParOf" srcId="{3E3926A4-4013-4FE1-AC4C-3DD16855393C}" destId="{B67D70BA-5439-4C84-BA9F-57DFA43A78D8}" srcOrd="32" destOrd="0" presId="urn:microsoft.com/office/officeart/2005/8/layout/default"/>
    <dgm:cxn modelId="{38B748C3-CBBD-4A7F-B273-4F1BFEF23667}" type="presParOf" srcId="{3E3926A4-4013-4FE1-AC4C-3DD16855393C}" destId="{4C21A8A0-4C52-4B08-AB29-F03CF4E29207}" srcOrd="33" destOrd="0" presId="urn:microsoft.com/office/officeart/2005/8/layout/default"/>
    <dgm:cxn modelId="{9F4F27C1-302F-45BB-AF94-AD5E194D2431}" type="presParOf" srcId="{3E3926A4-4013-4FE1-AC4C-3DD16855393C}" destId="{8BC6E3C4-0AD9-4E6A-B8C5-B84E37A7ED4D}" srcOrd="34" destOrd="0" presId="urn:microsoft.com/office/officeart/2005/8/layout/default"/>
    <dgm:cxn modelId="{714DCB1E-31CB-4467-ADD3-E8D74A39B98A}" type="presParOf" srcId="{3E3926A4-4013-4FE1-AC4C-3DD16855393C}" destId="{3BEFF574-78F6-462B-B0C9-755CA982AE56}" srcOrd="35" destOrd="0" presId="urn:microsoft.com/office/officeart/2005/8/layout/default"/>
    <dgm:cxn modelId="{6187F5B2-0B24-401C-BF4A-4B7674EDED61}" type="presParOf" srcId="{3E3926A4-4013-4FE1-AC4C-3DD16855393C}" destId="{2451A621-E248-4D43-BE11-F30892D928FC}" srcOrd="36" destOrd="0" presId="urn:microsoft.com/office/officeart/2005/8/layout/default"/>
    <dgm:cxn modelId="{33ADDBCD-E2EF-4398-A83C-25400F932BE3}" type="presParOf" srcId="{3E3926A4-4013-4FE1-AC4C-3DD16855393C}" destId="{75754803-2149-45B6-9DD2-7C2B5F97114B}" srcOrd="37" destOrd="0" presId="urn:microsoft.com/office/officeart/2005/8/layout/default"/>
    <dgm:cxn modelId="{AFA23A31-5A58-4AA5-96D7-1706FFAC523C}" type="presParOf" srcId="{3E3926A4-4013-4FE1-AC4C-3DD16855393C}" destId="{82A01884-E7D8-4937-8B70-98E5E387C918}" srcOrd="38" destOrd="0" presId="urn:microsoft.com/office/officeart/2005/8/layout/default"/>
    <dgm:cxn modelId="{7CB561D9-9D30-4C7C-B64F-F5807F8C6A6D}" type="presParOf" srcId="{3E3926A4-4013-4FE1-AC4C-3DD16855393C}" destId="{FBC61469-3631-4A8E-90CD-06C0F802C487}" srcOrd="39" destOrd="0" presId="urn:microsoft.com/office/officeart/2005/8/layout/default"/>
    <dgm:cxn modelId="{C8DE4DEC-4687-4E0D-9453-458BD277CC90}" type="presParOf" srcId="{3E3926A4-4013-4FE1-AC4C-3DD16855393C}" destId="{FA1A0809-F021-4A33-AEAB-5B23364AAEBA}" srcOrd="40" destOrd="0" presId="urn:microsoft.com/office/officeart/2005/8/layout/default"/>
    <dgm:cxn modelId="{AE910E4F-D945-4238-9820-C8DB8B32245A}" type="presParOf" srcId="{3E3926A4-4013-4FE1-AC4C-3DD16855393C}" destId="{932B75DA-C17C-4EB5-8DBB-AD3ABD7710FF}" srcOrd="41" destOrd="0" presId="urn:microsoft.com/office/officeart/2005/8/layout/default"/>
    <dgm:cxn modelId="{56B51EF3-007B-4828-AD71-D6C2F5380350}" type="presParOf" srcId="{3E3926A4-4013-4FE1-AC4C-3DD16855393C}" destId="{6F556E5E-71CF-4647-A714-78FA259452CD}" srcOrd="4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5B26B5EC-27C8-40BB-BF5B-54EDF37A3061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CC94E9AA-845C-420B-B8E6-93E1773B26C5}">
      <dgm:prSet/>
      <dgm:spPr/>
      <dgm:t>
        <a:bodyPr/>
        <a:lstStyle/>
        <a:p>
          <a:pPr>
            <a:lnSpc>
              <a:spcPct val="100000"/>
            </a:lnSpc>
          </a:pPr>
          <a:r>
            <a:rPr lang="en-IN"/>
            <a:t>CarePlus Enterprise successfully integrates all major hospital operations into one platform.</a:t>
          </a:r>
          <a:endParaRPr lang="en-US"/>
        </a:p>
      </dgm:t>
    </dgm:pt>
    <dgm:pt modelId="{E4F60D89-FA1F-4913-93A1-9D70BE89FFEB}" type="parTrans" cxnId="{DC0CBC4C-FDA6-4ECA-AC37-DE356A74C606}">
      <dgm:prSet/>
      <dgm:spPr/>
      <dgm:t>
        <a:bodyPr/>
        <a:lstStyle/>
        <a:p>
          <a:endParaRPr lang="en-US"/>
        </a:p>
      </dgm:t>
    </dgm:pt>
    <dgm:pt modelId="{D48D5A63-5BBB-42B5-8601-115128C441F6}" type="sibTrans" cxnId="{DC0CBC4C-FDA6-4ECA-AC37-DE356A74C606}">
      <dgm:prSet/>
      <dgm:spPr/>
      <dgm:t>
        <a:bodyPr/>
        <a:lstStyle/>
        <a:p>
          <a:endParaRPr lang="en-US"/>
        </a:p>
      </dgm:t>
    </dgm:pt>
    <dgm:pt modelId="{1501D398-8541-43C8-B25A-60AC7D8D755A}">
      <dgm:prSet/>
      <dgm:spPr/>
      <dgm:t>
        <a:bodyPr/>
        <a:lstStyle/>
        <a:p>
          <a:pPr>
            <a:lnSpc>
              <a:spcPct val="100000"/>
            </a:lnSpc>
          </a:pPr>
          <a:r>
            <a:rPr lang="en-IN"/>
            <a:t>Reduced manual work </a:t>
          </a:r>
          <a:endParaRPr lang="en-US"/>
        </a:p>
      </dgm:t>
    </dgm:pt>
    <dgm:pt modelId="{470AAA70-8E53-4227-A958-22C6E474DE49}" type="parTrans" cxnId="{4BB05B6B-F248-4A57-BD45-5EF3169DD171}">
      <dgm:prSet/>
      <dgm:spPr/>
      <dgm:t>
        <a:bodyPr/>
        <a:lstStyle/>
        <a:p>
          <a:endParaRPr lang="en-US"/>
        </a:p>
      </dgm:t>
    </dgm:pt>
    <dgm:pt modelId="{8F7EEEEE-FAE9-4CAA-A7E0-09C6C51AF7A6}" type="sibTrans" cxnId="{4BB05B6B-F248-4A57-BD45-5EF3169DD171}">
      <dgm:prSet/>
      <dgm:spPr/>
      <dgm:t>
        <a:bodyPr/>
        <a:lstStyle/>
        <a:p>
          <a:endParaRPr lang="en-US"/>
        </a:p>
      </dgm:t>
    </dgm:pt>
    <dgm:pt modelId="{83657958-86D3-4750-AD86-A9017C56532F}">
      <dgm:prSet/>
      <dgm:spPr/>
      <dgm:t>
        <a:bodyPr/>
        <a:lstStyle/>
        <a:p>
          <a:pPr>
            <a:lnSpc>
              <a:spcPct val="100000"/>
            </a:lnSpc>
          </a:pPr>
          <a:r>
            <a:rPr lang="en-IN"/>
            <a:t>Faster billing </a:t>
          </a:r>
          <a:endParaRPr lang="en-US"/>
        </a:p>
      </dgm:t>
    </dgm:pt>
    <dgm:pt modelId="{19506A6F-3DB3-4C79-93F7-CD4F685D9870}" type="parTrans" cxnId="{9E417CD2-C6C5-4488-B94E-1E3296EBC869}">
      <dgm:prSet/>
      <dgm:spPr/>
      <dgm:t>
        <a:bodyPr/>
        <a:lstStyle/>
        <a:p>
          <a:endParaRPr lang="en-US"/>
        </a:p>
      </dgm:t>
    </dgm:pt>
    <dgm:pt modelId="{81962FA5-9E94-4A55-8CD1-3A41352D9A52}" type="sibTrans" cxnId="{9E417CD2-C6C5-4488-B94E-1E3296EBC869}">
      <dgm:prSet/>
      <dgm:spPr/>
      <dgm:t>
        <a:bodyPr/>
        <a:lstStyle/>
        <a:p>
          <a:endParaRPr lang="en-US"/>
        </a:p>
      </dgm:t>
    </dgm:pt>
    <dgm:pt modelId="{1876DA0B-40FB-4547-9E32-29ADA8C05F85}">
      <dgm:prSet/>
      <dgm:spPr/>
      <dgm:t>
        <a:bodyPr/>
        <a:lstStyle/>
        <a:p>
          <a:pPr>
            <a:lnSpc>
              <a:spcPct val="100000"/>
            </a:lnSpc>
          </a:pPr>
          <a:r>
            <a:rPr lang="en-IN"/>
            <a:t>Organized patient records </a:t>
          </a:r>
          <a:endParaRPr lang="en-US"/>
        </a:p>
      </dgm:t>
    </dgm:pt>
    <dgm:pt modelId="{2D891310-F8AF-44F5-BA6D-2721DAE5F53F}" type="parTrans" cxnId="{E4B03600-953B-4EAE-A255-A378F9611E1D}">
      <dgm:prSet/>
      <dgm:spPr/>
      <dgm:t>
        <a:bodyPr/>
        <a:lstStyle/>
        <a:p>
          <a:endParaRPr lang="en-US"/>
        </a:p>
      </dgm:t>
    </dgm:pt>
    <dgm:pt modelId="{F280B8D8-1FF7-4E12-B8F4-9A6144368821}" type="sibTrans" cxnId="{E4B03600-953B-4EAE-A255-A378F9611E1D}">
      <dgm:prSet/>
      <dgm:spPr/>
      <dgm:t>
        <a:bodyPr/>
        <a:lstStyle/>
        <a:p>
          <a:endParaRPr lang="en-US"/>
        </a:p>
      </dgm:t>
    </dgm:pt>
    <dgm:pt modelId="{60FF48C8-606C-4EB2-90A3-EE5790B50FEA}">
      <dgm:prSet/>
      <dgm:spPr/>
      <dgm:t>
        <a:bodyPr/>
        <a:lstStyle/>
        <a:p>
          <a:pPr>
            <a:lnSpc>
              <a:spcPct val="100000"/>
            </a:lnSpc>
          </a:pPr>
          <a:r>
            <a:rPr lang="en-IN"/>
            <a:t>Better data analysis </a:t>
          </a:r>
          <a:endParaRPr lang="en-US"/>
        </a:p>
      </dgm:t>
    </dgm:pt>
    <dgm:pt modelId="{187B88B0-04CC-4D39-A559-235818F1B016}" type="parTrans" cxnId="{5F23105A-DAA5-4051-98AC-5D2DAA1BC717}">
      <dgm:prSet/>
      <dgm:spPr/>
      <dgm:t>
        <a:bodyPr/>
        <a:lstStyle/>
        <a:p>
          <a:endParaRPr lang="en-US"/>
        </a:p>
      </dgm:t>
    </dgm:pt>
    <dgm:pt modelId="{5D157E18-61EA-45D3-9525-AF63D33C68DE}" type="sibTrans" cxnId="{5F23105A-DAA5-4051-98AC-5D2DAA1BC717}">
      <dgm:prSet/>
      <dgm:spPr/>
      <dgm:t>
        <a:bodyPr/>
        <a:lstStyle/>
        <a:p>
          <a:endParaRPr lang="en-US"/>
        </a:p>
      </dgm:t>
    </dgm:pt>
    <dgm:pt modelId="{FBE6CFC5-F731-4830-B5AA-56407EE82AF9}">
      <dgm:prSet/>
      <dgm:spPr/>
      <dgm:t>
        <a:bodyPr/>
        <a:lstStyle/>
        <a:p>
          <a:pPr>
            <a:lnSpc>
              <a:spcPct val="100000"/>
            </a:lnSpc>
          </a:pPr>
          <a:r>
            <a:rPr lang="en-IN"/>
            <a:t>Improved operational efficiency</a:t>
          </a:r>
          <a:endParaRPr lang="en-US"/>
        </a:p>
      </dgm:t>
    </dgm:pt>
    <dgm:pt modelId="{13679F44-69D8-4331-AEB0-8CE84D06A077}" type="parTrans" cxnId="{6CFA9888-018C-4332-9ED4-B7617CE5A2FF}">
      <dgm:prSet/>
      <dgm:spPr/>
      <dgm:t>
        <a:bodyPr/>
        <a:lstStyle/>
        <a:p>
          <a:endParaRPr lang="en-US"/>
        </a:p>
      </dgm:t>
    </dgm:pt>
    <dgm:pt modelId="{A148060B-A14C-4D8D-B319-6C0A92338482}" type="sibTrans" cxnId="{6CFA9888-018C-4332-9ED4-B7617CE5A2FF}">
      <dgm:prSet/>
      <dgm:spPr/>
      <dgm:t>
        <a:bodyPr/>
        <a:lstStyle/>
        <a:p>
          <a:endParaRPr lang="en-US"/>
        </a:p>
      </dgm:t>
    </dgm:pt>
    <dgm:pt modelId="{F6C1FB1A-242B-4950-AC2C-FD84581FB918}" type="pres">
      <dgm:prSet presAssocID="{5B26B5EC-27C8-40BB-BF5B-54EDF37A3061}" presName="root" presStyleCnt="0">
        <dgm:presLayoutVars>
          <dgm:dir/>
          <dgm:resizeHandles val="exact"/>
        </dgm:presLayoutVars>
      </dgm:prSet>
      <dgm:spPr/>
    </dgm:pt>
    <dgm:pt modelId="{E17C1E30-8807-4AD2-84BC-49A89CCA0DF2}" type="pres">
      <dgm:prSet presAssocID="{CC94E9AA-845C-420B-B8E6-93E1773B26C5}" presName="compNode" presStyleCnt="0"/>
      <dgm:spPr/>
    </dgm:pt>
    <dgm:pt modelId="{328C3FF7-6A23-4E99-882C-8B1771A7E06F}" type="pres">
      <dgm:prSet presAssocID="{CC94E9AA-845C-420B-B8E6-93E1773B26C5}" presName="iconRect" presStyleLbl="node1" presStyleIdx="0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BF4B6DB2-D4AA-427F-B5DF-91952108D6C6}" type="pres">
      <dgm:prSet presAssocID="{CC94E9AA-845C-420B-B8E6-93E1773B26C5}" presName="spaceRect" presStyleCnt="0"/>
      <dgm:spPr/>
    </dgm:pt>
    <dgm:pt modelId="{24CB214C-53B5-40E8-930C-6C8C1D7F24B4}" type="pres">
      <dgm:prSet presAssocID="{CC94E9AA-845C-420B-B8E6-93E1773B26C5}" presName="textRect" presStyleLbl="revTx" presStyleIdx="0" presStyleCnt="6">
        <dgm:presLayoutVars>
          <dgm:chMax val="1"/>
          <dgm:chPref val="1"/>
        </dgm:presLayoutVars>
      </dgm:prSet>
      <dgm:spPr/>
    </dgm:pt>
    <dgm:pt modelId="{3AFC05D3-E856-43D9-B689-632F75A765AB}" type="pres">
      <dgm:prSet presAssocID="{D48D5A63-5BBB-42B5-8601-115128C441F6}" presName="sibTrans" presStyleCnt="0"/>
      <dgm:spPr/>
    </dgm:pt>
    <dgm:pt modelId="{6433707C-836E-49D6-BC95-1897C0A4D8F1}" type="pres">
      <dgm:prSet presAssocID="{1501D398-8541-43C8-B25A-60AC7D8D755A}" presName="compNode" presStyleCnt="0"/>
      <dgm:spPr/>
    </dgm:pt>
    <dgm:pt modelId="{F6725CE5-CE9B-44D3-9F16-810DF797573B}" type="pres">
      <dgm:prSet presAssocID="{1501D398-8541-43C8-B25A-60AC7D8D755A}" presName="iconRect" presStyleLbl="node1" presStyleIdx="1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A59A437F-8EF2-47A6-83D9-A0747DEE70A9}" type="pres">
      <dgm:prSet presAssocID="{1501D398-8541-43C8-B25A-60AC7D8D755A}" presName="spaceRect" presStyleCnt="0"/>
      <dgm:spPr/>
    </dgm:pt>
    <dgm:pt modelId="{12204345-F9B7-401C-8C3F-99C3F7AD7C7D}" type="pres">
      <dgm:prSet presAssocID="{1501D398-8541-43C8-B25A-60AC7D8D755A}" presName="textRect" presStyleLbl="revTx" presStyleIdx="1" presStyleCnt="6">
        <dgm:presLayoutVars>
          <dgm:chMax val="1"/>
          <dgm:chPref val="1"/>
        </dgm:presLayoutVars>
      </dgm:prSet>
      <dgm:spPr/>
    </dgm:pt>
    <dgm:pt modelId="{30BA9305-6274-41E6-BC31-80F3228B9C17}" type="pres">
      <dgm:prSet presAssocID="{8F7EEEEE-FAE9-4CAA-A7E0-09C6C51AF7A6}" presName="sibTrans" presStyleCnt="0"/>
      <dgm:spPr/>
    </dgm:pt>
    <dgm:pt modelId="{177024F4-64BF-4DB0-891E-A151E6F2FB96}" type="pres">
      <dgm:prSet presAssocID="{83657958-86D3-4750-AD86-A9017C56532F}" presName="compNode" presStyleCnt="0"/>
      <dgm:spPr/>
    </dgm:pt>
    <dgm:pt modelId="{D240AAF3-CFD9-4FB4-9279-5697CF2F0622}" type="pres">
      <dgm:prSet presAssocID="{83657958-86D3-4750-AD86-A9017C56532F}" presName="iconRect" presStyleLbl="node1" presStyleIdx="2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ey"/>
        </a:ext>
      </dgm:extLst>
    </dgm:pt>
    <dgm:pt modelId="{98FC2EF2-CDAD-44DF-8D38-957F2599C696}" type="pres">
      <dgm:prSet presAssocID="{83657958-86D3-4750-AD86-A9017C56532F}" presName="spaceRect" presStyleCnt="0"/>
      <dgm:spPr/>
    </dgm:pt>
    <dgm:pt modelId="{EC4AB651-A93B-44E5-9B74-DDC5752476FA}" type="pres">
      <dgm:prSet presAssocID="{83657958-86D3-4750-AD86-A9017C56532F}" presName="textRect" presStyleLbl="revTx" presStyleIdx="2" presStyleCnt="6">
        <dgm:presLayoutVars>
          <dgm:chMax val="1"/>
          <dgm:chPref val="1"/>
        </dgm:presLayoutVars>
      </dgm:prSet>
      <dgm:spPr/>
    </dgm:pt>
    <dgm:pt modelId="{5C1787F8-6931-4455-9159-8CA2495B8644}" type="pres">
      <dgm:prSet presAssocID="{81962FA5-9E94-4A55-8CD1-3A41352D9A52}" presName="sibTrans" presStyleCnt="0"/>
      <dgm:spPr/>
    </dgm:pt>
    <dgm:pt modelId="{BD57124D-DFF9-4E07-AEC3-4FE0B84856CC}" type="pres">
      <dgm:prSet presAssocID="{1876DA0B-40FB-4547-9E32-29ADA8C05F85}" presName="compNode" presStyleCnt="0"/>
      <dgm:spPr/>
    </dgm:pt>
    <dgm:pt modelId="{7E419480-FCA9-4929-BAA9-57F124E23F08}" type="pres">
      <dgm:prSet presAssocID="{1876DA0B-40FB-4547-9E32-29ADA8C05F85}" presName="iconRect" presStyleLbl="node1" presStyleIdx="3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pen Folder"/>
        </a:ext>
      </dgm:extLst>
    </dgm:pt>
    <dgm:pt modelId="{4ED47E3D-B507-4CF6-A1D4-E76FA6D182A5}" type="pres">
      <dgm:prSet presAssocID="{1876DA0B-40FB-4547-9E32-29ADA8C05F85}" presName="spaceRect" presStyleCnt="0"/>
      <dgm:spPr/>
    </dgm:pt>
    <dgm:pt modelId="{A4929BEF-3868-46F4-AD1C-995BA38AA5F1}" type="pres">
      <dgm:prSet presAssocID="{1876DA0B-40FB-4547-9E32-29ADA8C05F85}" presName="textRect" presStyleLbl="revTx" presStyleIdx="3" presStyleCnt="6">
        <dgm:presLayoutVars>
          <dgm:chMax val="1"/>
          <dgm:chPref val="1"/>
        </dgm:presLayoutVars>
      </dgm:prSet>
      <dgm:spPr/>
    </dgm:pt>
    <dgm:pt modelId="{1D422C67-C3DF-497A-874B-F2EC20389DA7}" type="pres">
      <dgm:prSet presAssocID="{F280B8D8-1FF7-4E12-B8F4-9A6144368821}" presName="sibTrans" presStyleCnt="0"/>
      <dgm:spPr/>
    </dgm:pt>
    <dgm:pt modelId="{7B6F5EC2-4091-42FA-8CE9-587877090BD3}" type="pres">
      <dgm:prSet presAssocID="{60FF48C8-606C-4EB2-90A3-EE5790B50FEA}" presName="compNode" presStyleCnt="0"/>
      <dgm:spPr/>
    </dgm:pt>
    <dgm:pt modelId="{0115642D-7A5E-47F5-B0E3-CC3BC8362718}" type="pres">
      <dgm:prSet presAssocID="{60FF48C8-606C-4EB2-90A3-EE5790B50FEA}" presName="iconRect" presStyleLbl="node1" presStyleIdx="4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733F72B0-7AF7-4D9E-A74E-5EF6B75B8793}" type="pres">
      <dgm:prSet presAssocID="{60FF48C8-606C-4EB2-90A3-EE5790B50FEA}" presName="spaceRect" presStyleCnt="0"/>
      <dgm:spPr/>
    </dgm:pt>
    <dgm:pt modelId="{2D562153-0593-4F57-AD62-F8CF8345B903}" type="pres">
      <dgm:prSet presAssocID="{60FF48C8-606C-4EB2-90A3-EE5790B50FEA}" presName="textRect" presStyleLbl="revTx" presStyleIdx="4" presStyleCnt="6">
        <dgm:presLayoutVars>
          <dgm:chMax val="1"/>
          <dgm:chPref val="1"/>
        </dgm:presLayoutVars>
      </dgm:prSet>
      <dgm:spPr/>
    </dgm:pt>
    <dgm:pt modelId="{44CBD056-65F5-44B4-ACA7-B799CA62EA0E}" type="pres">
      <dgm:prSet presAssocID="{5D157E18-61EA-45D3-9525-AF63D33C68DE}" presName="sibTrans" presStyleCnt="0"/>
      <dgm:spPr/>
    </dgm:pt>
    <dgm:pt modelId="{FCC1007B-3B03-4830-9A4E-FBA1825F5F4C}" type="pres">
      <dgm:prSet presAssocID="{FBE6CFC5-F731-4830-B5AA-56407EE82AF9}" presName="compNode" presStyleCnt="0"/>
      <dgm:spPr/>
    </dgm:pt>
    <dgm:pt modelId="{187B2B72-8CD6-444F-AD3D-9B332C59E4C8}" type="pres">
      <dgm:prSet presAssocID="{FBE6CFC5-F731-4830-B5AA-56407EE82AF9}" presName="iconRect" presStyleLbl="node1" presStyleIdx="5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auge"/>
        </a:ext>
      </dgm:extLst>
    </dgm:pt>
    <dgm:pt modelId="{2EFD9037-BD35-4956-8C76-257F271FDC83}" type="pres">
      <dgm:prSet presAssocID="{FBE6CFC5-F731-4830-B5AA-56407EE82AF9}" presName="spaceRect" presStyleCnt="0"/>
      <dgm:spPr/>
    </dgm:pt>
    <dgm:pt modelId="{E750FA53-BFC7-4D5B-B5E0-8B559106B63D}" type="pres">
      <dgm:prSet presAssocID="{FBE6CFC5-F731-4830-B5AA-56407EE82AF9}" presName="textRect" presStyleLbl="revTx" presStyleIdx="5" presStyleCnt="6">
        <dgm:presLayoutVars>
          <dgm:chMax val="1"/>
          <dgm:chPref val="1"/>
        </dgm:presLayoutVars>
      </dgm:prSet>
      <dgm:spPr/>
    </dgm:pt>
  </dgm:ptLst>
  <dgm:cxnLst>
    <dgm:cxn modelId="{E4B03600-953B-4EAE-A255-A378F9611E1D}" srcId="{5B26B5EC-27C8-40BB-BF5B-54EDF37A3061}" destId="{1876DA0B-40FB-4547-9E32-29ADA8C05F85}" srcOrd="3" destOrd="0" parTransId="{2D891310-F8AF-44F5-BA6D-2721DAE5F53F}" sibTransId="{F280B8D8-1FF7-4E12-B8F4-9A6144368821}"/>
    <dgm:cxn modelId="{5997B607-10F1-45EE-AEE0-53FA3AACD076}" type="presOf" srcId="{1501D398-8541-43C8-B25A-60AC7D8D755A}" destId="{12204345-F9B7-401C-8C3F-99C3F7AD7C7D}" srcOrd="0" destOrd="0" presId="urn:microsoft.com/office/officeart/2018/2/layout/IconLabelList"/>
    <dgm:cxn modelId="{74B48C19-D22E-4E17-8B87-E028A789B365}" type="presOf" srcId="{83657958-86D3-4750-AD86-A9017C56532F}" destId="{EC4AB651-A93B-44E5-9B74-DDC5752476FA}" srcOrd="0" destOrd="0" presId="urn:microsoft.com/office/officeart/2018/2/layout/IconLabelList"/>
    <dgm:cxn modelId="{445E8229-4DB5-46D4-82B8-CD4EF4D7DA3A}" type="presOf" srcId="{1876DA0B-40FB-4547-9E32-29ADA8C05F85}" destId="{A4929BEF-3868-46F4-AD1C-995BA38AA5F1}" srcOrd="0" destOrd="0" presId="urn:microsoft.com/office/officeart/2018/2/layout/IconLabelList"/>
    <dgm:cxn modelId="{15F90534-AADA-44A7-9677-FE725EA3F456}" type="presOf" srcId="{CC94E9AA-845C-420B-B8E6-93E1773B26C5}" destId="{24CB214C-53B5-40E8-930C-6C8C1D7F24B4}" srcOrd="0" destOrd="0" presId="urn:microsoft.com/office/officeart/2018/2/layout/IconLabelList"/>
    <dgm:cxn modelId="{4BB05B6B-F248-4A57-BD45-5EF3169DD171}" srcId="{5B26B5EC-27C8-40BB-BF5B-54EDF37A3061}" destId="{1501D398-8541-43C8-B25A-60AC7D8D755A}" srcOrd="1" destOrd="0" parTransId="{470AAA70-8E53-4227-A958-22C6E474DE49}" sibTransId="{8F7EEEEE-FAE9-4CAA-A7E0-09C6C51AF7A6}"/>
    <dgm:cxn modelId="{DC0CBC4C-FDA6-4ECA-AC37-DE356A74C606}" srcId="{5B26B5EC-27C8-40BB-BF5B-54EDF37A3061}" destId="{CC94E9AA-845C-420B-B8E6-93E1773B26C5}" srcOrd="0" destOrd="0" parTransId="{E4F60D89-FA1F-4913-93A1-9D70BE89FFEB}" sibTransId="{D48D5A63-5BBB-42B5-8601-115128C441F6}"/>
    <dgm:cxn modelId="{6BB78059-DD5E-4035-B8DC-29394326A077}" type="presOf" srcId="{60FF48C8-606C-4EB2-90A3-EE5790B50FEA}" destId="{2D562153-0593-4F57-AD62-F8CF8345B903}" srcOrd="0" destOrd="0" presId="urn:microsoft.com/office/officeart/2018/2/layout/IconLabelList"/>
    <dgm:cxn modelId="{5F23105A-DAA5-4051-98AC-5D2DAA1BC717}" srcId="{5B26B5EC-27C8-40BB-BF5B-54EDF37A3061}" destId="{60FF48C8-606C-4EB2-90A3-EE5790B50FEA}" srcOrd="4" destOrd="0" parTransId="{187B88B0-04CC-4D39-A559-235818F1B016}" sibTransId="{5D157E18-61EA-45D3-9525-AF63D33C68DE}"/>
    <dgm:cxn modelId="{6CFA9888-018C-4332-9ED4-B7617CE5A2FF}" srcId="{5B26B5EC-27C8-40BB-BF5B-54EDF37A3061}" destId="{FBE6CFC5-F731-4830-B5AA-56407EE82AF9}" srcOrd="5" destOrd="0" parTransId="{13679F44-69D8-4331-AEB0-8CE84D06A077}" sibTransId="{A148060B-A14C-4D8D-B319-6C0A92338482}"/>
    <dgm:cxn modelId="{9E417CD2-C6C5-4488-B94E-1E3296EBC869}" srcId="{5B26B5EC-27C8-40BB-BF5B-54EDF37A3061}" destId="{83657958-86D3-4750-AD86-A9017C56532F}" srcOrd="2" destOrd="0" parTransId="{19506A6F-3DB3-4C79-93F7-CD4F685D9870}" sibTransId="{81962FA5-9E94-4A55-8CD1-3A41352D9A52}"/>
    <dgm:cxn modelId="{9ADD76ED-ED68-4909-B3F5-625759EAE101}" type="presOf" srcId="{5B26B5EC-27C8-40BB-BF5B-54EDF37A3061}" destId="{F6C1FB1A-242B-4950-AC2C-FD84581FB918}" srcOrd="0" destOrd="0" presId="urn:microsoft.com/office/officeart/2018/2/layout/IconLabelList"/>
    <dgm:cxn modelId="{DC1B83FC-3ED8-4BC3-94A9-5ADF225C5A16}" type="presOf" srcId="{FBE6CFC5-F731-4830-B5AA-56407EE82AF9}" destId="{E750FA53-BFC7-4D5B-B5E0-8B559106B63D}" srcOrd="0" destOrd="0" presId="urn:microsoft.com/office/officeart/2018/2/layout/IconLabelList"/>
    <dgm:cxn modelId="{7A9AA7C0-E837-4A74-A636-F4BB060B2EE0}" type="presParOf" srcId="{F6C1FB1A-242B-4950-AC2C-FD84581FB918}" destId="{E17C1E30-8807-4AD2-84BC-49A89CCA0DF2}" srcOrd="0" destOrd="0" presId="urn:microsoft.com/office/officeart/2018/2/layout/IconLabelList"/>
    <dgm:cxn modelId="{B2041CC4-7F76-4082-BCAA-F18CD15D4801}" type="presParOf" srcId="{E17C1E30-8807-4AD2-84BC-49A89CCA0DF2}" destId="{328C3FF7-6A23-4E99-882C-8B1771A7E06F}" srcOrd="0" destOrd="0" presId="urn:microsoft.com/office/officeart/2018/2/layout/IconLabelList"/>
    <dgm:cxn modelId="{ACB31D18-1922-4F71-97CA-E26D3E432506}" type="presParOf" srcId="{E17C1E30-8807-4AD2-84BC-49A89CCA0DF2}" destId="{BF4B6DB2-D4AA-427F-B5DF-91952108D6C6}" srcOrd="1" destOrd="0" presId="urn:microsoft.com/office/officeart/2018/2/layout/IconLabelList"/>
    <dgm:cxn modelId="{9A65BAF4-1BAD-4C1E-B114-A84E61C276FB}" type="presParOf" srcId="{E17C1E30-8807-4AD2-84BC-49A89CCA0DF2}" destId="{24CB214C-53B5-40E8-930C-6C8C1D7F24B4}" srcOrd="2" destOrd="0" presId="urn:microsoft.com/office/officeart/2018/2/layout/IconLabelList"/>
    <dgm:cxn modelId="{54085701-B7B1-4CED-B31C-A8BE051A648F}" type="presParOf" srcId="{F6C1FB1A-242B-4950-AC2C-FD84581FB918}" destId="{3AFC05D3-E856-43D9-B689-632F75A765AB}" srcOrd="1" destOrd="0" presId="urn:microsoft.com/office/officeart/2018/2/layout/IconLabelList"/>
    <dgm:cxn modelId="{F85DAFDF-6081-48EE-A970-A2969640B86F}" type="presParOf" srcId="{F6C1FB1A-242B-4950-AC2C-FD84581FB918}" destId="{6433707C-836E-49D6-BC95-1897C0A4D8F1}" srcOrd="2" destOrd="0" presId="urn:microsoft.com/office/officeart/2018/2/layout/IconLabelList"/>
    <dgm:cxn modelId="{6AD0FD00-BD06-4925-8FA5-F72EA17864BB}" type="presParOf" srcId="{6433707C-836E-49D6-BC95-1897C0A4D8F1}" destId="{F6725CE5-CE9B-44D3-9F16-810DF797573B}" srcOrd="0" destOrd="0" presId="urn:microsoft.com/office/officeart/2018/2/layout/IconLabelList"/>
    <dgm:cxn modelId="{F4A085B0-59A6-4282-8DD7-AFAEFBEFAFD8}" type="presParOf" srcId="{6433707C-836E-49D6-BC95-1897C0A4D8F1}" destId="{A59A437F-8EF2-47A6-83D9-A0747DEE70A9}" srcOrd="1" destOrd="0" presId="urn:microsoft.com/office/officeart/2018/2/layout/IconLabelList"/>
    <dgm:cxn modelId="{6C15F2CA-ACA9-4FA8-9624-1D22DAB18078}" type="presParOf" srcId="{6433707C-836E-49D6-BC95-1897C0A4D8F1}" destId="{12204345-F9B7-401C-8C3F-99C3F7AD7C7D}" srcOrd="2" destOrd="0" presId="urn:microsoft.com/office/officeart/2018/2/layout/IconLabelList"/>
    <dgm:cxn modelId="{0591BA18-EF24-44FF-AEA6-0E80C2CDDB0F}" type="presParOf" srcId="{F6C1FB1A-242B-4950-AC2C-FD84581FB918}" destId="{30BA9305-6274-41E6-BC31-80F3228B9C17}" srcOrd="3" destOrd="0" presId="urn:microsoft.com/office/officeart/2018/2/layout/IconLabelList"/>
    <dgm:cxn modelId="{095D0CD4-414D-45FE-BE12-0F14D3AACD57}" type="presParOf" srcId="{F6C1FB1A-242B-4950-AC2C-FD84581FB918}" destId="{177024F4-64BF-4DB0-891E-A151E6F2FB96}" srcOrd="4" destOrd="0" presId="urn:microsoft.com/office/officeart/2018/2/layout/IconLabelList"/>
    <dgm:cxn modelId="{1BA3D0F4-750A-41C1-B85B-06008C57C775}" type="presParOf" srcId="{177024F4-64BF-4DB0-891E-A151E6F2FB96}" destId="{D240AAF3-CFD9-4FB4-9279-5697CF2F0622}" srcOrd="0" destOrd="0" presId="urn:microsoft.com/office/officeart/2018/2/layout/IconLabelList"/>
    <dgm:cxn modelId="{F58A5CF6-9216-4FE6-8FB0-B1CF56F26923}" type="presParOf" srcId="{177024F4-64BF-4DB0-891E-A151E6F2FB96}" destId="{98FC2EF2-CDAD-44DF-8D38-957F2599C696}" srcOrd="1" destOrd="0" presId="urn:microsoft.com/office/officeart/2018/2/layout/IconLabelList"/>
    <dgm:cxn modelId="{9CF278AE-284E-48AE-B9E2-7763B6D0DC9B}" type="presParOf" srcId="{177024F4-64BF-4DB0-891E-A151E6F2FB96}" destId="{EC4AB651-A93B-44E5-9B74-DDC5752476FA}" srcOrd="2" destOrd="0" presId="urn:microsoft.com/office/officeart/2018/2/layout/IconLabelList"/>
    <dgm:cxn modelId="{3E1D9384-7D6B-4667-91C8-B51891A5CF17}" type="presParOf" srcId="{F6C1FB1A-242B-4950-AC2C-FD84581FB918}" destId="{5C1787F8-6931-4455-9159-8CA2495B8644}" srcOrd="5" destOrd="0" presId="urn:microsoft.com/office/officeart/2018/2/layout/IconLabelList"/>
    <dgm:cxn modelId="{76E65AF2-911D-4153-B934-7B8094541816}" type="presParOf" srcId="{F6C1FB1A-242B-4950-AC2C-FD84581FB918}" destId="{BD57124D-DFF9-4E07-AEC3-4FE0B84856CC}" srcOrd="6" destOrd="0" presId="urn:microsoft.com/office/officeart/2018/2/layout/IconLabelList"/>
    <dgm:cxn modelId="{9BAFE59F-D39D-4F0E-A92C-566437029105}" type="presParOf" srcId="{BD57124D-DFF9-4E07-AEC3-4FE0B84856CC}" destId="{7E419480-FCA9-4929-BAA9-57F124E23F08}" srcOrd="0" destOrd="0" presId="urn:microsoft.com/office/officeart/2018/2/layout/IconLabelList"/>
    <dgm:cxn modelId="{F12AF572-A84D-44EF-A8CB-6B5B8D9237A5}" type="presParOf" srcId="{BD57124D-DFF9-4E07-AEC3-4FE0B84856CC}" destId="{4ED47E3D-B507-4CF6-A1D4-E76FA6D182A5}" srcOrd="1" destOrd="0" presId="urn:microsoft.com/office/officeart/2018/2/layout/IconLabelList"/>
    <dgm:cxn modelId="{B271466B-757D-44C9-8076-4B0AB3305111}" type="presParOf" srcId="{BD57124D-DFF9-4E07-AEC3-4FE0B84856CC}" destId="{A4929BEF-3868-46F4-AD1C-995BA38AA5F1}" srcOrd="2" destOrd="0" presId="urn:microsoft.com/office/officeart/2018/2/layout/IconLabelList"/>
    <dgm:cxn modelId="{0D312FBA-3AE2-4362-B3FB-672FD042E53A}" type="presParOf" srcId="{F6C1FB1A-242B-4950-AC2C-FD84581FB918}" destId="{1D422C67-C3DF-497A-874B-F2EC20389DA7}" srcOrd="7" destOrd="0" presId="urn:microsoft.com/office/officeart/2018/2/layout/IconLabelList"/>
    <dgm:cxn modelId="{D18499AD-FC76-4F0B-A45A-BA473768A420}" type="presParOf" srcId="{F6C1FB1A-242B-4950-AC2C-FD84581FB918}" destId="{7B6F5EC2-4091-42FA-8CE9-587877090BD3}" srcOrd="8" destOrd="0" presId="urn:microsoft.com/office/officeart/2018/2/layout/IconLabelList"/>
    <dgm:cxn modelId="{A9B0FCBF-A005-4955-8B75-EABFB649C0C2}" type="presParOf" srcId="{7B6F5EC2-4091-42FA-8CE9-587877090BD3}" destId="{0115642D-7A5E-47F5-B0E3-CC3BC8362718}" srcOrd="0" destOrd="0" presId="urn:microsoft.com/office/officeart/2018/2/layout/IconLabelList"/>
    <dgm:cxn modelId="{48B11A99-A633-40D1-BD0E-118D78970BBD}" type="presParOf" srcId="{7B6F5EC2-4091-42FA-8CE9-587877090BD3}" destId="{733F72B0-7AF7-4D9E-A74E-5EF6B75B8793}" srcOrd="1" destOrd="0" presId="urn:microsoft.com/office/officeart/2018/2/layout/IconLabelList"/>
    <dgm:cxn modelId="{AFDFFF3E-25DE-4E17-B51F-91D7160F0C9D}" type="presParOf" srcId="{7B6F5EC2-4091-42FA-8CE9-587877090BD3}" destId="{2D562153-0593-4F57-AD62-F8CF8345B903}" srcOrd="2" destOrd="0" presId="urn:microsoft.com/office/officeart/2018/2/layout/IconLabelList"/>
    <dgm:cxn modelId="{A8AD9F59-C875-4B36-8F2B-336B9E890C4E}" type="presParOf" srcId="{F6C1FB1A-242B-4950-AC2C-FD84581FB918}" destId="{44CBD056-65F5-44B4-ACA7-B799CA62EA0E}" srcOrd="9" destOrd="0" presId="urn:microsoft.com/office/officeart/2018/2/layout/IconLabelList"/>
    <dgm:cxn modelId="{D89CC501-0E33-4C28-A6D2-A0E40CB9C272}" type="presParOf" srcId="{F6C1FB1A-242B-4950-AC2C-FD84581FB918}" destId="{FCC1007B-3B03-4830-9A4E-FBA1825F5F4C}" srcOrd="10" destOrd="0" presId="urn:microsoft.com/office/officeart/2018/2/layout/IconLabelList"/>
    <dgm:cxn modelId="{0134D5CB-2FCF-4F94-A791-4278181C1FEE}" type="presParOf" srcId="{FCC1007B-3B03-4830-9A4E-FBA1825F5F4C}" destId="{187B2B72-8CD6-444F-AD3D-9B332C59E4C8}" srcOrd="0" destOrd="0" presId="urn:microsoft.com/office/officeart/2018/2/layout/IconLabelList"/>
    <dgm:cxn modelId="{5BA806AE-5894-4D2A-ACE3-2A75109EA03D}" type="presParOf" srcId="{FCC1007B-3B03-4830-9A4E-FBA1825F5F4C}" destId="{2EFD9037-BD35-4956-8C76-257F271FDC83}" srcOrd="1" destOrd="0" presId="urn:microsoft.com/office/officeart/2018/2/layout/IconLabelList"/>
    <dgm:cxn modelId="{BDBCFCB8-F9C2-42FE-8B25-6034E0A67FD5}" type="presParOf" srcId="{FCC1007B-3B03-4830-9A4E-FBA1825F5F4C}" destId="{E750FA53-BFC7-4D5B-B5E0-8B559106B63D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21E4779-258C-407D-8A5F-EFFC5BEBF94D}">
      <dsp:nvSpPr>
        <dsp:cNvPr id="0" name=""/>
        <dsp:cNvSpPr/>
      </dsp:nvSpPr>
      <dsp:spPr>
        <a:xfrm>
          <a:off x="2165054" y="780311"/>
          <a:ext cx="46645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66456" y="45720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385856" y="823546"/>
        <a:ext cx="24852" cy="4970"/>
      </dsp:txXfrm>
    </dsp:sp>
    <dsp:sp modelId="{2AA5F48C-C766-4C2F-BC9A-8921FEFEA91A}">
      <dsp:nvSpPr>
        <dsp:cNvPr id="0" name=""/>
        <dsp:cNvSpPr/>
      </dsp:nvSpPr>
      <dsp:spPr>
        <a:xfrm>
          <a:off x="5741" y="177697"/>
          <a:ext cx="2161113" cy="1296668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5896" tIns="111157" rIns="105896" bIns="111157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900" kern="1200"/>
            <a:t>Users</a:t>
          </a:r>
          <a:endParaRPr lang="en-US" sz="2900" kern="1200"/>
        </a:p>
      </dsp:txBody>
      <dsp:txXfrm>
        <a:off x="5741" y="177697"/>
        <a:ext cx="2161113" cy="1296668"/>
      </dsp:txXfrm>
    </dsp:sp>
    <dsp:sp modelId="{D335F436-DFC6-4628-89D7-93F8E3104BDF}">
      <dsp:nvSpPr>
        <dsp:cNvPr id="0" name=""/>
        <dsp:cNvSpPr/>
      </dsp:nvSpPr>
      <dsp:spPr>
        <a:xfrm>
          <a:off x="4823224" y="780311"/>
          <a:ext cx="46645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66456" y="45720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044026" y="823546"/>
        <a:ext cx="24852" cy="4970"/>
      </dsp:txXfrm>
    </dsp:sp>
    <dsp:sp modelId="{BF164479-2F78-4870-B3D1-95199B557984}">
      <dsp:nvSpPr>
        <dsp:cNvPr id="0" name=""/>
        <dsp:cNvSpPr/>
      </dsp:nvSpPr>
      <dsp:spPr>
        <a:xfrm>
          <a:off x="2663911" y="177697"/>
          <a:ext cx="2161113" cy="1296668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5896" tIns="111157" rIns="105896" bIns="111157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900" kern="1200"/>
            <a:t>Frontend</a:t>
          </a:r>
          <a:endParaRPr lang="en-US" sz="2900" kern="1200"/>
        </a:p>
      </dsp:txBody>
      <dsp:txXfrm>
        <a:off x="2663911" y="177697"/>
        <a:ext cx="2161113" cy="1296668"/>
      </dsp:txXfrm>
    </dsp:sp>
    <dsp:sp modelId="{355D5FE6-FD62-4140-A756-82C3C4949F2A}">
      <dsp:nvSpPr>
        <dsp:cNvPr id="0" name=""/>
        <dsp:cNvSpPr/>
      </dsp:nvSpPr>
      <dsp:spPr>
        <a:xfrm>
          <a:off x="1086297" y="1472565"/>
          <a:ext cx="5316340" cy="466456"/>
        </a:xfrm>
        <a:custGeom>
          <a:avLst/>
          <a:gdLst/>
          <a:ahLst/>
          <a:cxnLst/>
          <a:rect l="0" t="0" r="0" b="0"/>
          <a:pathLst>
            <a:path>
              <a:moveTo>
                <a:pt x="5316340" y="0"/>
              </a:moveTo>
              <a:lnTo>
                <a:pt x="5316340" y="250328"/>
              </a:lnTo>
              <a:lnTo>
                <a:pt x="0" y="250328"/>
              </a:lnTo>
              <a:lnTo>
                <a:pt x="0" y="466456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610979" y="1703308"/>
        <a:ext cx="266976" cy="4970"/>
      </dsp:txXfrm>
    </dsp:sp>
    <dsp:sp modelId="{F50632FA-4DDE-41A1-AFB6-0C8C06AB4078}">
      <dsp:nvSpPr>
        <dsp:cNvPr id="0" name=""/>
        <dsp:cNvSpPr/>
      </dsp:nvSpPr>
      <dsp:spPr>
        <a:xfrm>
          <a:off x="5322081" y="177697"/>
          <a:ext cx="2161113" cy="1296668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5896" tIns="111157" rIns="105896" bIns="111157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900" kern="1200"/>
            <a:t>HTML + CSS + JavaScript</a:t>
          </a:r>
          <a:endParaRPr lang="en-US" sz="2900" kern="1200"/>
        </a:p>
      </dsp:txBody>
      <dsp:txXfrm>
        <a:off x="5322081" y="177697"/>
        <a:ext cx="2161113" cy="1296668"/>
      </dsp:txXfrm>
    </dsp:sp>
    <dsp:sp modelId="{003B632E-E3B3-45BE-8965-B6595AE5A587}">
      <dsp:nvSpPr>
        <dsp:cNvPr id="0" name=""/>
        <dsp:cNvSpPr/>
      </dsp:nvSpPr>
      <dsp:spPr>
        <a:xfrm>
          <a:off x="2165054" y="2574036"/>
          <a:ext cx="46645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66456" y="45720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385856" y="2617270"/>
        <a:ext cx="24852" cy="4970"/>
      </dsp:txXfrm>
    </dsp:sp>
    <dsp:sp modelId="{87FB38C6-5179-4574-BF5F-C7CA98C76A0E}">
      <dsp:nvSpPr>
        <dsp:cNvPr id="0" name=""/>
        <dsp:cNvSpPr/>
      </dsp:nvSpPr>
      <dsp:spPr>
        <a:xfrm>
          <a:off x="5741" y="1971421"/>
          <a:ext cx="2161113" cy="1296668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5896" tIns="111157" rIns="105896" bIns="111157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900" kern="1200"/>
            <a:t>Flask Application</a:t>
          </a:r>
          <a:endParaRPr lang="en-US" sz="2900" kern="1200"/>
        </a:p>
      </dsp:txBody>
      <dsp:txXfrm>
        <a:off x="5741" y="1971421"/>
        <a:ext cx="2161113" cy="1296668"/>
      </dsp:txXfrm>
    </dsp:sp>
    <dsp:sp modelId="{B28018D2-4918-42D4-8DB9-657F5D72DEB0}">
      <dsp:nvSpPr>
        <dsp:cNvPr id="0" name=""/>
        <dsp:cNvSpPr/>
      </dsp:nvSpPr>
      <dsp:spPr>
        <a:xfrm>
          <a:off x="4823224" y="2574036"/>
          <a:ext cx="46645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66456" y="45720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044026" y="2617270"/>
        <a:ext cx="24852" cy="4970"/>
      </dsp:txXfrm>
    </dsp:sp>
    <dsp:sp modelId="{99F10584-9C0B-483A-A041-7AF065101341}">
      <dsp:nvSpPr>
        <dsp:cNvPr id="0" name=""/>
        <dsp:cNvSpPr/>
      </dsp:nvSpPr>
      <dsp:spPr>
        <a:xfrm>
          <a:off x="2663911" y="1971421"/>
          <a:ext cx="2161113" cy="1296668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5896" tIns="111157" rIns="105896" bIns="111157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900" kern="1200" dirty="0"/>
            <a:t>Business Logic</a:t>
          </a:r>
          <a:endParaRPr lang="en-US" sz="2900" kern="1200" dirty="0"/>
        </a:p>
      </dsp:txBody>
      <dsp:txXfrm>
        <a:off x="2663911" y="1971421"/>
        <a:ext cx="2161113" cy="1296668"/>
      </dsp:txXfrm>
    </dsp:sp>
    <dsp:sp modelId="{1763AB11-64E0-4A10-B877-49ED60AE2B19}">
      <dsp:nvSpPr>
        <dsp:cNvPr id="0" name=""/>
        <dsp:cNvSpPr/>
      </dsp:nvSpPr>
      <dsp:spPr>
        <a:xfrm>
          <a:off x="1086297" y="3266290"/>
          <a:ext cx="5316340" cy="466456"/>
        </a:xfrm>
        <a:custGeom>
          <a:avLst/>
          <a:gdLst/>
          <a:ahLst/>
          <a:cxnLst/>
          <a:rect l="0" t="0" r="0" b="0"/>
          <a:pathLst>
            <a:path>
              <a:moveTo>
                <a:pt x="5316340" y="0"/>
              </a:moveTo>
              <a:lnTo>
                <a:pt x="5316340" y="250328"/>
              </a:lnTo>
              <a:lnTo>
                <a:pt x="0" y="250328"/>
              </a:lnTo>
              <a:lnTo>
                <a:pt x="0" y="466456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610979" y="3497032"/>
        <a:ext cx="266976" cy="4970"/>
      </dsp:txXfrm>
    </dsp:sp>
    <dsp:sp modelId="{2231C14B-D5D5-4374-89DB-B33EB4382431}">
      <dsp:nvSpPr>
        <dsp:cNvPr id="0" name=""/>
        <dsp:cNvSpPr/>
      </dsp:nvSpPr>
      <dsp:spPr>
        <a:xfrm>
          <a:off x="5322081" y="1971421"/>
          <a:ext cx="2161113" cy="1296668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5896" tIns="111157" rIns="105896" bIns="111157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900" kern="1200" dirty="0"/>
            <a:t>(OOP Concepts)</a:t>
          </a:r>
          <a:endParaRPr lang="en-US" sz="2900" kern="1200" dirty="0"/>
        </a:p>
      </dsp:txBody>
      <dsp:txXfrm>
        <a:off x="5322081" y="1971421"/>
        <a:ext cx="2161113" cy="1296668"/>
      </dsp:txXfrm>
    </dsp:sp>
    <dsp:sp modelId="{03B6D5B4-54C5-4B8D-9275-D4A16B04DEFC}">
      <dsp:nvSpPr>
        <dsp:cNvPr id="0" name=""/>
        <dsp:cNvSpPr/>
      </dsp:nvSpPr>
      <dsp:spPr>
        <a:xfrm>
          <a:off x="2165054" y="4367760"/>
          <a:ext cx="46645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66456" y="45720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385856" y="4410995"/>
        <a:ext cx="24852" cy="4970"/>
      </dsp:txXfrm>
    </dsp:sp>
    <dsp:sp modelId="{F5E7A215-66E4-4E58-AEEF-CA910B9478D5}">
      <dsp:nvSpPr>
        <dsp:cNvPr id="0" name=""/>
        <dsp:cNvSpPr/>
      </dsp:nvSpPr>
      <dsp:spPr>
        <a:xfrm>
          <a:off x="5741" y="3765146"/>
          <a:ext cx="2161113" cy="1296668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5896" tIns="111157" rIns="105896" bIns="111157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900" kern="1200" dirty="0"/>
            <a:t>SQLite Database</a:t>
          </a:r>
          <a:endParaRPr lang="en-US" sz="2900" kern="1200" dirty="0"/>
        </a:p>
      </dsp:txBody>
      <dsp:txXfrm>
        <a:off x="5741" y="3765146"/>
        <a:ext cx="2161113" cy="1296668"/>
      </dsp:txXfrm>
    </dsp:sp>
    <dsp:sp modelId="{55F33C77-FC37-42AD-9E3D-D437CBF21CBD}">
      <dsp:nvSpPr>
        <dsp:cNvPr id="0" name=""/>
        <dsp:cNvSpPr/>
      </dsp:nvSpPr>
      <dsp:spPr>
        <a:xfrm>
          <a:off x="4823224" y="4367760"/>
          <a:ext cx="46645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66456" y="45720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044026" y="4410995"/>
        <a:ext cx="24852" cy="4970"/>
      </dsp:txXfrm>
    </dsp:sp>
    <dsp:sp modelId="{3103DC5A-E607-4E21-9568-5A0289266A13}">
      <dsp:nvSpPr>
        <dsp:cNvPr id="0" name=""/>
        <dsp:cNvSpPr/>
      </dsp:nvSpPr>
      <dsp:spPr>
        <a:xfrm>
          <a:off x="2663911" y="3765146"/>
          <a:ext cx="2161113" cy="1296668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5896" tIns="111157" rIns="105896" bIns="111157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900" kern="1200" dirty="0"/>
            <a:t>Pandas + NumPy</a:t>
          </a:r>
          <a:endParaRPr lang="en-US" sz="2900" kern="1200" dirty="0"/>
        </a:p>
      </dsp:txBody>
      <dsp:txXfrm>
        <a:off x="2663911" y="3765146"/>
        <a:ext cx="2161113" cy="1296668"/>
      </dsp:txXfrm>
    </dsp:sp>
    <dsp:sp modelId="{8D4DA7C0-1FDD-42F4-A5B8-302EA306C30B}">
      <dsp:nvSpPr>
        <dsp:cNvPr id="0" name=""/>
        <dsp:cNvSpPr/>
      </dsp:nvSpPr>
      <dsp:spPr>
        <a:xfrm>
          <a:off x="5322081" y="3765146"/>
          <a:ext cx="2161113" cy="1296668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5896" tIns="111157" rIns="105896" bIns="111157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900" kern="1200"/>
            <a:t>Analytics Dashboard</a:t>
          </a:r>
          <a:endParaRPr lang="en-US" sz="2900" kern="1200"/>
        </a:p>
      </dsp:txBody>
      <dsp:txXfrm>
        <a:off x="5322081" y="3765146"/>
        <a:ext cx="2161113" cy="129666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B16080B-175F-4BB4-B05B-A2891A909E13}">
      <dsp:nvSpPr>
        <dsp:cNvPr id="0" name=""/>
        <dsp:cNvSpPr/>
      </dsp:nvSpPr>
      <dsp:spPr>
        <a:xfrm>
          <a:off x="973111" y="1654"/>
          <a:ext cx="866390" cy="86639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0974156-70C7-419A-9A8B-401E01D9FDE7}">
      <dsp:nvSpPr>
        <dsp:cNvPr id="0" name=""/>
        <dsp:cNvSpPr/>
      </dsp:nvSpPr>
      <dsp:spPr>
        <a:xfrm>
          <a:off x="1157752" y="186295"/>
          <a:ext cx="497109" cy="49710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57B58AA-EB48-46D5-A5F7-5695C05557CD}">
      <dsp:nvSpPr>
        <dsp:cNvPr id="0" name=""/>
        <dsp:cNvSpPr/>
      </dsp:nvSpPr>
      <dsp:spPr>
        <a:xfrm>
          <a:off x="696150" y="1137904"/>
          <a:ext cx="1420312" cy="5681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IN" sz="1700" kern="1200"/>
            <a:t>Patient Module </a:t>
          </a:r>
          <a:endParaRPr lang="en-US" sz="1700" kern="1200"/>
        </a:p>
      </dsp:txBody>
      <dsp:txXfrm>
        <a:off x="696150" y="1137904"/>
        <a:ext cx="1420312" cy="568125"/>
      </dsp:txXfrm>
    </dsp:sp>
    <dsp:sp modelId="{11DF357E-D8B7-49FB-9F68-41C5F763C2ED}">
      <dsp:nvSpPr>
        <dsp:cNvPr id="0" name=""/>
        <dsp:cNvSpPr/>
      </dsp:nvSpPr>
      <dsp:spPr>
        <a:xfrm>
          <a:off x="2641978" y="1654"/>
          <a:ext cx="866390" cy="86639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C5CC5F2-9C64-49B9-94B6-AD7367F24FEA}">
      <dsp:nvSpPr>
        <dsp:cNvPr id="0" name=""/>
        <dsp:cNvSpPr/>
      </dsp:nvSpPr>
      <dsp:spPr>
        <a:xfrm>
          <a:off x="2826619" y="186295"/>
          <a:ext cx="497109" cy="49710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F4996CC-27B6-40D7-A049-8F00FC8CC19E}">
      <dsp:nvSpPr>
        <dsp:cNvPr id="0" name=""/>
        <dsp:cNvSpPr/>
      </dsp:nvSpPr>
      <dsp:spPr>
        <a:xfrm>
          <a:off x="2365017" y="1137904"/>
          <a:ext cx="1420312" cy="5681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IN" sz="1700" kern="1200"/>
            <a:t>Doctor Module </a:t>
          </a:r>
          <a:endParaRPr lang="en-US" sz="1700" kern="1200"/>
        </a:p>
      </dsp:txBody>
      <dsp:txXfrm>
        <a:off x="2365017" y="1137904"/>
        <a:ext cx="1420312" cy="568125"/>
      </dsp:txXfrm>
    </dsp:sp>
    <dsp:sp modelId="{AF848132-EB90-4801-8FA2-BDD18A15AB5B}">
      <dsp:nvSpPr>
        <dsp:cNvPr id="0" name=""/>
        <dsp:cNvSpPr/>
      </dsp:nvSpPr>
      <dsp:spPr>
        <a:xfrm>
          <a:off x="4310846" y="1654"/>
          <a:ext cx="866390" cy="866390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A06A992-0BA0-4BC8-A6AA-D58CF91DD999}">
      <dsp:nvSpPr>
        <dsp:cNvPr id="0" name=""/>
        <dsp:cNvSpPr/>
      </dsp:nvSpPr>
      <dsp:spPr>
        <a:xfrm>
          <a:off x="4495486" y="186295"/>
          <a:ext cx="497109" cy="49710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6D2F24F-8E45-4E66-B02A-3FBD897BAC83}">
      <dsp:nvSpPr>
        <dsp:cNvPr id="0" name=""/>
        <dsp:cNvSpPr/>
      </dsp:nvSpPr>
      <dsp:spPr>
        <a:xfrm>
          <a:off x="4033885" y="1137904"/>
          <a:ext cx="1420312" cy="5681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IN" sz="1700" kern="1200"/>
            <a:t>Appointment Module </a:t>
          </a:r>
          <a:endParaRPr lang="en-US" sz="1700" kern="1200"/>
        </a:p>
      </dsp:txBody>
      <dsp:txXfrm>
        <a:off x="4033885" y="1137904"/>
        <a:ext cx="1420312" cy="568125"/>
      </dsp:txXfrm>
    </dsp:sp>
    <dsp:sp modelId="{4FDC82FB-2A4C-4D8D-811A-E41318F3BDE8}">
      <dsp:nvSpPr>
        <dsp:cNvPr id="0" name=""/>
        <dsp:cNvSpPr/>
      </dsp:nvSpPr>
      <dsp:spPr>
        <a:xfrm>
          <a:off x="5979713" y="1654"/>
          <a:ext cx="866390" cy="866390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56DD5AC-7B86-43AF-84BE-CAAACF172018}">
      <dsp:nvSpPr>
        <dsp:cNvPr id="0" name=""/>
        <dsp:cNvSpPr/>
      </dsp:nvSpPr>
      <dsp:spPr>
        <a:xfrm>
          <a:off x="6164353" y="186295"/>
          <a:ext cx="497109" cy="49710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E4A35BB-2F9A-45F8-9799-CE6100F59663}">
      <dsp:nvSpPr>
        <dsp:cNvPr id="0" name=""/>
        <dsp:cNvSpPr/>
      </dsp:nvSpPr>
      <dsp:spPr>
        <a:xfrm>
          <a:off x="5702752" y="1137904"/>
          <a:ext cx="1420312" cy="5681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IN" sz="1700" kern="1200"/>
            <a:t>Billing Module </a:t>
          </a:r>
          <a:endParaRPr lang="en-US" sz="1700" kern="1200"/>
        </a:p>
      </dsp:txBody>
      <dsp:txXfrm>
        <a:off x="5702752" y="1137904"/>
        <a:ext cx="1420312" cy="568125"/>
      </dsp:txXfrm>
    </dsp:sp>
    <dsp:sp modelId="{653CFD63-9BCB-440F-91C0-8468301BD6BF}">
      <dsp:nvSpPr>
        <dsp:cNvPr id="0" name=""/>
        <dsp:cNvSpPr/>
      </dsp:nvSpPr>
      <dsp:spPr>
        <a:xfrm>
          <a:off x="7648580" y="1654"/>
          <a:ext cx="866390" cy="866390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F50B852-6C83-4F79-A8D0-B0807CA8D833}">
      <dsp:nvSpPr>
        <dsp:cNvPr id="0" name=""/>
        <dsp:cNvSpPr/>
      </dsp:nvSpPr>
      <dsp:spPr>
        <a:xfrm>
          <a:off x="7833221" y="186295"/>
          <a:ext cx="497109" cy="49710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A9C58EB-048E-4458-866D-71EA81033DBE}">
      <dsp:nvSpPr>
        <dsp:cNvPr id="0" name=""/>
        <dsp:cNvSpPr/>
      </dsp:nvSpPr>
      <dsp:spPr>
        <a:xfrm>
          <a:off x="7371619" y="1137904"/>
          <a:ext cx="1420312" cy="5681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IN" sz="1700" kern="1200"/>
            <a:t>Pharmacy Module </a:t>
          </a:r>
          <a:endParaRPr lang="en-US" sz="1700" kern="1200"/>
        </a:p>
      </dsp:txBody>
      <dsp:txXfrm>
        <a:off x="7371619" y="1137904"/>
        <a:ext cx="1420312" cy="568125"/>
      </dsp:txXfrm>
    </dsp:sp>
    <dsp:sp modelId="{8A90D0FD-C5E0-4762-B2EC-B9ACFF49E9E2}">
      <dsp:nvSpPr>
        <dsp:cNvPr id="0" name=""/>
        <dsp:cNvSpPr/>
      </dsp:nvSpPr>
      <dsp:spPr>
        <a:xfrm>
          <a:off x="9317447" y="1654"/>
          <a:ext cx="866390" cy="86639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D4EF4EB-3BAB-4153-BC44-263DCF6F5380}">
      <dsp:nvSpPr>
        <dsp:cNvPr id="0" name=""/>
        <dsp:cNvSpPr/>
      </dsp:nvSpPr>
      <dsp:spPr>
        <a:xfrm>
          <a:off x="9502088" y="186295"/>
          <a:ext cx="497109" cy="49710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839A6ED-D66F-42CC-8A53-ECED14619E8A}">
      <dsp:nvSpPr>
        <dsp:cNvPr id="0" name=""/>
        <dsp:cNvSpPr/>
      </dsp:nvSpPr>
      <dsp:spPr>
        <a:xfrm>
          <a:off x="9040486" y="1137904"/>
          <a:ext cx="1420312" cy="5681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IN" sz="1700" kern="1200"/>
            <a:t>Laboratory Module </a:t>
          </a:r>
          <a:endParaRPr lang="en-US" sz="1700" kern="1200"/>
        </a:p>
      </dsp:txBody>
      <dsp:txXfrm>
        <a:off x="9040486" y="1137904"/>
        <a:ext cx="1420312" cy="568125"/>
      </dsp:txXfrm>
    </dsp:sp>
    <dsp:sp modelId="{73969212-5265-4D88-AF4A-F2FE70AB123D}">
      <dsp:nvSpPr>
        <dsp:cNvPr id="0" name=""/>
        <dsp:cNvSpPr/>
      </dsp:nvSpPr>
      <dsp:spPr>
        <a:xfrm>
          <a:off x="5145279" y="2061108"/>
          <a:ext cx="866390" cy="86639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D94128D-B71B-43B6-B58C-E9ACD6E97524}">
      <dsp:nvSpPr>
        <dsp:cNvPr id="0" name=""/>
        <dsp:cNvSpPr/>
      </dsp:nvSpPr>
      <dsp:spPr>
        <a:xfrm>
          <a:off x="5329920" y="2245748"/>
          <a:ext cx="497109" cy="49710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C9FD678-8074-40F8-A7CE-A89C879609A8}">
      <dsp:nvSpPr>
        <dsp:cNvPr id="0" name=""/>
        <dsp:cNvSpPr/>
      </dsp:nvSpPr>
      <dsp:spPr>
        <a:xfrm>
          <a:off x="4868318" y="3197358"/>
          <a:ext cx="1420312" cy="5681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IN" sz="1700" kern="1200"/>
            <a:t>Analytics Module</a:t>
          </a:r>
          <a:endParaRPr lang="en-US" sz="1700" kern="1200"/>
        </a:p>
      </dsp:txBody>
      <dsp:txXfrm>
        <a:off x="4868318" y="3197358"/>
        <a:ext cx="1420312" cy="56812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613BA41-D673-493A-A47A-ACE1D8AD5625}">
      <dsp:nvSpPr>
        <dsp:cNvPr id="0" name=""/>
        <dsp:cNvSpPr/>
      </dsp:nvSpPr>
      <dsp:spPr>
        <a:xfrm>
          <a:off x="278891" y="1142"/>
          <a:ext cx="1394460" cy="83667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b="1" kern="1200"/>
            <a:t>Functional Modules</a:t>
          </a:r>
          <a:endParaRPr lang="en-US" sz="1600" kern="1200"/>
        </a:p>
      </dsp:txBody>
      <dsp:txXfrm>
        <a:off x="278891" y="1142"/>
        <a:ext cx="1394460" cy="836676"/>
      </dsp:txXfrm>
    </dsp:sp>
    <dsp:sp modelId="{CAFD9460-6F76-4444-95D4-4527F671B98E}">
      <dsp:nvSpPr>
        <dsp:cNvPr id="0" name=""/>
        <dsp:cNvSpPr/>
      </dsp:nvSpPr>
      <dsp:spPr>
        <a:xfrm>
          <a:off x="1812797" y="1142"/>
          <a:ext cx="1394460" cy="83667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b="1" kern="1200"/>
            <a:t>Patient Management</a:t>
          </a:r>
          <a:endParaRPr lang="en-US" sz="1600" kern="1200"/>
        </a:p>
      </dsp:txBody>
      <dsp:txXfrm>
        <a:off x="1812797" y="1142"/>
        <a:ext cx="1394460" cy="836676"/>
      </dsp:txXfrm>
    </dsp:sp>
    <dsp:sp modelId="{E3C5360F-DB82-46FD-8AFF-12FDAEFD9EB7}">
      <dsp:nvSpPr>
        <dsp:cNvPr id="0" name=""/>
        <dsp:cNvSpPr/>
      </dsp:nvSpPr>
      <dsp:spPr>
        <a:xfrm>
          <a:off x="3346703" y="1142"/>
          <a:ext cx="1394460" cy="83667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/>
            <a:t>Register patients </a:t>
          </a:r>
          <a:endParaRPr lang="en-US" sz="1600" kern="1200"/>
        </a:p>
      </dsp:txBody>
      <dsp:txXfrm>
        <a:off x="3346703" y="1142"/>
        <a:ext cx="1394460" cy="836676"/>
      </dsp:txXfrm>
    </dsp:sp>
    <dsp:sp modelId="{747175C8-F422-43C0-BDC3-C42F3CDB9584}">
      <dsp:nvSpPr>
        <dsp:cNvPr id="0" name=""/>
        <dsp:cNvSpPr/>
      </dsp:nvSpPr>
      <dsp:spPr>
        <a:xfrm>
          <a:off x="4880610" y="1142"/>
          <a:ext cx="1394460" cy="83667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/>
            <a:t>View records </a:t>
          </a:r>
          <a:endParaRPr lang="en-US" sz="1600" kern="1200"/>
        </a:p>
      </dsp:txBody>
      <dsp:txXfrm>
        <a:off x="4880610" y="1142"/>
        <a:ext cx="1394460" cy="836676"/>
      </dsp:txXfrm>
    </dsp:sp>
    <dsp:sp modelId="{546EF32E-8606-4B39-B364-C1487F1D0B6E}">
      <dsp:nvSpPr>
        <dsp:cNvPr id="0" name=""/>
        <dsp:cNvSpPr/>
      </dsp:nvSpPr>
      <dsp:spPr>
        <a:xfrm>
          <a:off x="6414515" y="1142"/>
          <a:ext cx="1394460" cy="83667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/>
            <a:t>Update details </a:t>
          </a:r>
          <a:endParaRPr lang="en-US" sz="1600" kern="1200"/>
        </a:p>
      </dsp:txBody>
      <dsp:txXfrm>
        <a:off x="6414515" y="1142"/>
        <a:ext cx="1394460" cy="836676"/>
      </dsp:txXfrm>
    </dsp:sp>
    <dsp:sp modelId="{D95A901B-88EA-4D50-8B07-C1348A8E7E4E}">
      <dsp:nvSpPr>
        <dsp:cNvPr id="0" name=""/>
        <dsp:cNvSpPr/>
      </dsp:nvSpPr>
      <dsp:spPr>
        <a:xfrm>
          <a:off x="7948421" y="1142"/>
          <a:ext cx="1394460" cy="83667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b="1" kern="1200"/>
            <a:t>Doctor Management</a:t>
          </a:r>
          <a:endParaRPr lang="en-US" sz="1600" kern="1200"/>
        </a:p>
      </dsp:txBody>
      <dsp:txXfrm>
        <a:off x="7948421" y="1142"/>
        <a:ext cx="1394460" cy="836676"/>
      </dsp:txXfrm>
    </dsp:sp>
    <dsp:sp modelId="{756DF6DD-AA29-40B2-B46D-0B94EE436747}">
      <dsp:nvSpPr>
        <dsp:cNvPr id="0" name=""/>
        <dsp:cNvSpPr/>
      </dsp:nvSpPr>
      <dsp:spPr>
        <a:xfrm>
          <a:off x="9482328" y="1142"/>
          <a:ext cx="1394460" cy="83667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/>
            <a:t>Doctor availability </a:t>
          </a:r>
          <a:endParaRPr lang="en-US" sz="1600" kern="1200"/>
        </a:p>
      </dsp:txBody>
      <dsp:txXfrm>
        <a:off x="9482328" y="1142"/>
        <a:ext cx="1394460" cy="836676"/>
      </dsp:txXfrm>
    </dsp:sp>
    <dsp:sp modelId="{54B45F5B-8D7B-448D-A16C-C0F4969DF57E}">
      <dsp:nvSpPr>
        <dsp:cNvPr id="0" name=""/>
        <dsp:cNvSpPr/>
      </dsp:nvSpPr>
      <dsp:spPr>
        <a:xfrm>
          <a:off x="278891" y="977264"/>
          <a:ext cx="1394460" cy="83667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/>
            <a:t>Appointment limits </a:t>
          </a:r>
          <a:endParaRPr lang="en-US" sz="1600" kern="1200"/>
        </a:p>
      </dsp:txBody>
      <dsp:txXfrm>
        <a:off x="278891" y="977264"/>
        <a:ext cx="1394460" cy="836676"/>
      </dsp:txXfrm>
    </dsp:sp>
    <dsp:sp modelId="{CD067AAB-B485-4AF7-B3A1-3AECF7F7B264}">
      <dsp:nvSpPr>
        <dsp:cNvPr id="0" name=""/>
        <dsp:cNvSpPr/>
      </dsp:nvSpPr>
      <dsp:spPr>
        <a:xfrm>
          <a:off x="1812797" y="977264"/>
          <a:ext cx="1394460" cy="83667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b="1" kern="1200"/>
            <a:t>Billing</a:t>
          </a:r>
          <a:endParaRPr lang="en-US" sz="1600" kern="1200"/>
        </a:p>
      </dsp:txBody>
      <dsp:txXfrm>
        <a:off x="1812797" y="977264"/>
        <a:ext cx="1394460" cy="836676"/>
      </dsp:txXfrm>
    </dsp:sp>
    <dsp:sp modelId="{DF56B134-E7C9-4C51-BDDA-1B9F6EFE8CE4}">
      <dsp:nvSpPr>
        <dsp:cNvPr id="0" name=""/>
        <dsp:cNvSpPr/>
      </dsp:nvSpPr>
      <dsp:spPr>
        <a:xfrm>
          <a:off x="3346703" y="977264"/>
          <a:ext cx="1394460" cy="83667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/>
            <a:t>Automatic bill generation </a:t>
          </a:r>
          <a:endParaRPr lang="en-US" sz="1600" kern="1200"/>
        </a:p>
      </dsp:txBody>
      <dsp:txXfrm>
        <a:off x="3346703" y="977264"/>
        <a:ext cx="1394460" cy="836676"/>
      </dsp:txXfrm>
    </dsp:sp>
    <dsp:sp modelId="{8BBD1FD5-71F6-4130-AFDC-66845F6CAB8C}">
      <dsp:nvSpPr>
        <dsp:cNvPr id="0" name=""/>
        <dsp:cNvSpPr/>
      </dsp:nvSpPr>
      <dsp:spPr>
        <a:xfrm>
          <a:off x="4880610" y="977264"/>
          <a:ext cx="1394460" cy="83667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/>
            <a:t>Room charges </a:t>
          </a:r>
          <a:endParaRPr lang="en-US" sz="1600" kern="1200"/>
        </a:p>
      </dsp:txBody>
      <dsp:txXfrm>
        <a:off x="4880610" y="977264"/>
        <a:ext cx="1394460" cy="836676"/>
      </dsp:txXfrm>
    </dsp:sp>
    <dsp:sp modelId="{1BCFA36C-60C8-479B-B113-10CDCA614835}">
      <dsp:nvSpPr>
        <dsp:cNvPr id="0" name=""/>
        <dsp:cNvSpPr/>
      </dsp:nvSpPr>
      <dsp:spPr>
        <a:xfrm>
          <a:off x="6414515" y="977264"/>
          <a:ext cx="1394460" cy="83667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/>
            <a:t>Medicine charges </a:t>
          </a:r>
          <a:endParaRPr lang="en-US" sz="1600" kern="1200"/>
        </a:p>
      </dsp:txBody>
      <dsp:txXfrm>
        <a:off x="6414515" y="977264"/>
        <a:ext cx="1394460" cy="836676"/>
      </dsp:txXfrm>
    </dsp:sp>
    <dsp:sp modelId="{C2C9EA9F-78FA-41FD-89AD-207F49131E22}">
      <dsp:nvSpPr>
        <dsp:cNvPr id="0" name=""/>
        <dsp:cNvSpPr/>
      </dsp:nvSpPr>
      <dsp:spPr>
        <a:xfrm>
          <a:off x="7948421" y="977264"/>
          <a:ext cx="1394460" cy="83667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/>
            <a:t>Laboratory charges </a:t>
          </a:r>
          <a:endParaRPr lang="en-US" sz="1600" kern="1200"/>
        </a:p>
      </dsp:txBody>
      <dsp:txXfrm>
        <a:off x="7948421" y="977264"/>
        <a:ext cx="1394460" cy="836676"/>
      </dsp:txXfrm>
    </dsp:sp>
    <dsp:sp modelId="{E61D8DD2-75E4-4815-A820-D54D595976E9}">
      <dsp:nvSpPr>
        <dsp:cNvPr id="0" name=""/>
        <dsp:cNvSpPr/>
      </dsp:nvSpPr>
      <dsp:spPr>
        <a:xfrm>
          <a:off x="9482328" y="977264"/>
          <a:ext cx="1394460" cy="83667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/>
            <a:t>Tax calculation </a:t>
          </a:r>
          <a:endParaRPr lang="en-US" sz="1600" kern="1200"/>
        </a:p>
      </dsp:txBody>
      <dsp:txXfrm>
        <a:off x="9482328" y="977264"/>
        <a:ext cx="1394460" cy="836676"/>
      </dsp:txXfrm>
    </dsp:sp>
    <dsp:sp modelId="{F70EB1A8-4343-4825-B43C-9634230DFDBB}">
      <dsp:nvSpPr>
        <dsp:cNvPr id="0" name=""/>
        <dsp:cNvSpPr/>
      </dsp:nvSpPr>
      <dsp:spPr>
        <a:xfrm>
          <a:off x="278891" y="1953386"/>
          <a:ext cx="1394460" cy="83667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b="1" kern="1200"/>
            <a:t>Pharmacy</a:t>
          </a:r>
          <a:endParaRPr lang="en-US" sz="1600" kern="1200"/>
        </a:p>
      </dsp:txBody>
      <dsp:txXfrm>
        <a:off x="278891" y="1953386"/>
        <a:ext cx="1394460" cy="836676"/>
      </dsp:txXfrm>
    </dsp:sp>
    <dsp:sp modelId="{4EF07590-847A-465E-A97E-71E4AFE749C0}">
      <dsp:nvSpPr>
        <dsp:cNvPr id="0" name=""/>
        <dsp:cNvSpPr/>
      </dsp:nvSpPr>
      <dsp:spPr>
        <a:xfrm>
          <a:off x="1812797" y="1953386"/>
          <a:ext cx="1394460" cy="83667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/>
            <a:t>Medicine stock management </a:t>
          </a:r>
          <a:endParaRPr lang="en-US" sz="1600" kern="1200"/>
        </a:p>
      </dsp:txBody>
      <dsp:txXfrm>
        <a:off x="1812797" y="1953386"/>
        <a:ext cx="1394460" cy="836676"/>
      </dsp:txXfrm>
    </dsp:sp>
    <dsp:sp modelId="{B67D70BA-5439-4C84-BA9F-57DFA43A78D8}">
      <dsp:nvSpPr>
        <dsp:cNvPr id="0" name=""/>
        <dsp:cNvSpPr/>
      </dsp:nvSpPr>
      <dsp:spPr>
        <a:xfrm>
          <a:off x="3346703" y="1953386"/>
          <a:ext cx="1394460" cy="83667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b="1" kern="1200"/>
            <a:t>Laboratory</a:t>
          </a:r>
          <a:endParaRPr lang="en-US" sz="1600" kern="1200"/>
        </a:p>
      </dsp:txBody>
      <dsp:txXfrm>
        <a:off x="3346703" y="1953386"/>
        <a:ext cx="1394460" cy="836676"/>
      </dsp:txXfrm>
    </dsp:sp>
    <dsp:sp modelId="{8BC6E3C4-0AD9-4E6A-B8C5-B84E37A7ED4D}">
      <dsp:nvSpPr>
        <dsp:cNvPr id="0" name=""/>
        <dsp:cNvSpPr/>
      </dsp:nvSpPr>
      <dsp:spPr>
        <a:xfrm>
          <a:off x="4880610" y="1953386"/>
          <a:ext cx="1394460" cy="83667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/>
            <a:t>Lab test records </a:t>
          </a:r>
          <a:endParaRPr lang="en-US" sz="1600" kern="1200"/>
        </a:p>
      </dsp:txBody>
      <dsp:txXfrm>
        <a:off x="4880610" y="1953386"/>
        <a:ext cx="1394460" cy="836676"/>
      </dsp:txXfrm>
    </dsp:sp>
    <dsp:sp modelId="{2451A621-E248-4D43-BE11-F30892D928FC}">
      <dsp:nvSpPr>
        <dsp:cNvPr id="0" name=""/>
        <dsp:cNvSpPr/>
      </dsp:nvSpPr>
      <dsp:spPr>
        <a:xfrm>
          <a:off x="6414515" y="1953386"/>
          <a:ext cx="1394460" cy="83667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b="1" kern="1200"/>
            <a:t>Dashboard</a:t>
          </a:r>
          <a:endParaRPr lang="en-US" sz="1600" kern="1200"/>
        </a:p>
      </dsp:txBody>
      <dsp:txXfrm>
        <a:off x="6414515" y="1953386"/>
        <a:ext cx="1394460" cy="836676"/>
      </dsp:txXfrm>
    </dsp:sp>
    <dsp:sp modelId="{82A01884-E7D8-4937-8B70-98E5E387C918}">
      <dsp:nvSpPr>
        <dsp:cNvPr id="0" name=""/>
        <dsp:cNvSpPr/>
      </dsp:nvSpPr>
      <dsp:spPr>
        <a:xfrm>
          <a:off x="7948421" y="1953386"/>
          <a:ext cx="1394460" cy="83667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/>
            <a:t>Live statistics </a:t>
          </a:r>
          <a:endParaRPr lang="en-US" sz="1600" kern="1200"/>
        </a:p>
      </dsp:txBody>
      <dsp:txXfrm>
        <a:off x="7948421" y="1953386"/>
        <a:ext cx="1394460" cy="836676"/>
      </dsp:txXfrm>
    </dsp:sp>
    <dsp:sp modelId="{FA1A0809-F021-4A33-AEAB-5B23364AAEBA}">
      <dsp:nvSpPr>
        <dsp:cNvPr id="0" name=""/>
        <dsp:cNvSpPr/>
      </dsp:nvSpPr>
      <dsp:spPr>
        <a:xfrm>
          <a:off x="9482328" y="1953386"/>
          <a:ext cx="1394460" cy="83667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/>
            <a:t>Graphical reports </a:t>
          </a:r>
          <a:endParaRPr lang="en-US" sz="1600" kern="1200"/>
        </a:p>
      </dsp:txBody>
      <dsp:txXfrm>
        <a:off x="9482328" y="1953386"/>
        <a:ext cx="1394460" cy="836676"/>
      </dsp:txXfrm>
    </dsp:sp>
    <dsp:sp modelId="{6F556E5E-71CF-4647-A714-78FA259452CD}">
      <dsp:nvSpPr>
        <dsp:cNvPr id="0" name=""/>
        <dsp:cNvSpPr/>
      </dsp:nvSpPr>
      <dsp:spPr>
        <a:xfrm>
          <a:off x="4880610" y="2929509"/>
          <a:ext cx="1394460" cy="83667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/>
            <a:t>Revenue analysis</a:t>
          </a:r>
          <a:endParaRPr lang="en-US" sz="1600" kern="1200"/>
        </a:p>
      </dsp:txBody>
      <dsp:txXfrm>
        <a:off x="4880610" y="2929509"/>
        <a:ext cx="1394460" cy="83667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28C3FF7-6A23-4E99-882C-8B1771A7E06F}">
      <dsp:nvSpPr>
        <dsp:cNvPr id="0" name=""/>
        <dsp:cNvSpPr/>
      </dsp:nvSpPr>
      <dsp:spPr>
        <a:xfrm>
          <a:off x="447442" y="1072290"/>
          <a:ext cx="730107" cy="73010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4CB214C-53B5-40E8-930C-6C8C1D7F24B4}">
      <dsp:nvSpPr>
        <dsp:cNvPr id="0" name=""/>
        <dsp:cNvSpPr/>
      </dsp:nvSpPr>
      <dsp:spPr>
        <a:xfrm>
          <a:off x="1265" y="2045863"/>
          <a:ext cx="1622460" cy="6489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/>
            <a:t>CarePlus Enterprise successfully integrates all major hospital operations into one platform.</a:t>
          </a:r>
          <a:endParaRPr lang="en-US" sz="1100" kern="1200"/>
        </a:p>
      </dsp:txBody>
      <dsp:txXfrm>
        <a:off x="1265" y="2045863"/>
        <a:ext cx="1622460" cy="648984"/>
      </dsp:txXfrm>
    </dsp:sp>
    <dsp:sp modelId="{F6725CE5-CE9B-44D3-9F16-810DF797573B}">
      <dsp:nvSpPr>
        <dsp:cNvPr id="0" name=""/>
        <dsp:cNvSpPr/>
      </dsp:nvSpPr>
      <dsp:spPr>
        <a:xfrm>
          <a:off x="2353833" y="1072290"/>
          <a:ext cx="730107" cy="73010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2204345-F9B7-401C-8C3F-99C3F7AD7C7D}">
      <dsp:nvSpPr>
        <dsp:cNvPr id="0" name=""/>
        <dsp:cNvSpPr/>
      </dsp:nvSpPr>
      <dsp:spPr>
        <a:xfrm>
          <a:off x="1907657" y="2045863"/>
          <a:ext cx="1622460" cy="6489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/>
            <a:t>Reduced manual work </a:t>
          </a:r>
          <a:endParaRPr lang="en-US" sz="1100" kern="1200"/>
        </a:p>
      </dsp:txBody>
      <dsp:txXfrm>
        <a:off x="1907657" y="2045863"/>
        <a:ext cx="1622460" cy="648984"/>
      </dsp:txXfrm>
    </dsp:sp>
    <dsp:sp modelId="{D240AAF3-CFD9-4FB4-9279-5697CF2F0622}">
      <dsp:nvSpPr>
        <dsp:cNvPr id="0" name=""/>
        <dsp:cNvSpPr/>
      </dsp:nvSpPr>
      <dsp:spPr>
        <a:xfrm>
          <a:off x="4260225" y="1072290"/>
          <a:ext cx="730107" cy="73010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C4AB651-A93B-44E5-9B74-DDC5752476FA}">
      <dsp:nvSpPr>
        <dsp:cNvPr id="0" name=""/>
        <dsp:cNvSpPr/>
      </dsp:nvSpPr>
      <dsp:spPr>
        <a:xfrm>
          <a:off x="3814048" y="2045863"/>
          <a:ext cx="1622460" cy="6489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/>
            <a:t>Faster billing </a:t>
          </a:r>
          <a:endParaRPr lang="en-US" sz="1100" kern="1200"/>
        </a:p>
      </dsp:txBody>
      <dsp:txXfrm>
        <a:off x="3814048" y="2045863"/>
        <a:ext cx="1622460" cy="648984"/>
      </dsp:txXfrm>
    </dsp:sp>
    <dsp:sp modelId="{7E419480-FCA9-4929-BAA9-57F124E23F08}">
      <dsp:nvSpPr>
        <dsp:cNvPr id="0" name=""/>
        <dsp:cNvSpPr/>
      </dsp:nvSpPr>
      <dsp:spPr>
        <a:xfrm>
          <a:off x="6166617" y="1072290"/>
          <a:ext cx="730107" cy="73010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4929BEF-3868-46F4-AD1C-995BA38AA5F1}">
      <dsp:nvSpPr>
        <dsp:cNvPr id="0" name=""/>
        <dsp:cNvSpPr/>
      </dsp:nvSpPr>
      <dsp:spPr>
        <a:xfrm>
          <a:off x="5720440" y="2045863"/>
          <a:ext cx="1622460" cy="6489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/>
            <a:t>Organized patient records </a:t>
          </a:r>
          <a:endParaRPr lang="en-US" sz="1100" kern="1200"/>
        </a:p>
      </dsp:txBody>
      <dsp:txXfrm>
        <a:off x="5720440" y="2045863"/>
        <a:ext cx="1622460" cy="648984"/>
      </dsp:txXfrm>
    </dsp:sp>
    <dsp:sp modelId="{0115642D-7A5E-47F5-B0E3-CC3BC8362718}">
      <dsp:nvSpPr>
        <dsp:cNvPr id="0" name=""/>
        <dsp:cNvSpPr/>
      </dsp:nvSpPr>
      <dsp:spPr>
        <a:xfrm>
          <a:off x="8073008" y="1072290"/>
          <a:ext cx="730107" cy="73010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D562153-0593-4F57-AD62-F8CF8345B903}">
      <dsp:nvSpPr>
        <dsp:cNvPr id="0" name=""/>
        <dsp:cNvSpPr/>
      </dsp:nvSpPr>
      <dsp:spPr>
        <a:xfrm>
          <a:off x="7626831" y="2045863"/>
          <a:ext cx="1622460" cy="6489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/>
            <a:t>Better data analysis </a:t>
          </a:r>
          <a:endParaRPr lang="en-US" sz="1100" kern="1200"/>
        </a:p>
      </dsp:txBody>
      <dsp:txXfrm>
        <a:off x="7626831" y="2045863"/>
        <a:ext cx="1622460" cy="648984"/>
      </dsp:txXfrm>
    </dsp:sp>
    <dsp:sp modelId="{187B2B72-8CD6-444F-AD3D-9B332C59E4C8}">
      <dsp:nvSpPr>
        <dsp:cNvPr id="0" name=""/>
        <dsp:cNvSpPr/>
      </dsp:nvSpPr>
      <dsp:spPr>
        <a:xfrm>
          <a:off x="9979400" y="1072290"/>
          <a:ext cx="730107" cy="73010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750FA53-BFC7-4D5B-B5E0-8B559106B63D}">
      <dsp:nvSpPr>
        <dsp:cNvPr id="0" name=""/>
        <dsp:cNvSpPr/>
      </dsp:nvSpPr>
      <dsp:spPr>
        <a:xfrm>
          <a:off x="9533223" y="2045863"/>
          <a:ext cx="1622460" cy="6489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/>
            <a:t>Improved operational efficiency</a:t>
          </a:r>
          <a:endParaRPr lang="en-US" sz="1100" kern="1200"/>
        </a:p>
      </dsp:txBody>
      <dsp:txXfrm>
        <a:off x="9533223" y="2045863"/>
        <a:ext cx="1622460" cy="64898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t">
            <a:normAutofit/>
          </a:bodyPr>
          <a:lstStyle>
            <a:lvl1pPr algn="l"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17683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1990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4288536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5266944"/>
            <a:ext cx="5020056" cy="1088136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E1B67-3BFF-F04B-52F4-7E724FB3B24D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46936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9672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29783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64824" cy="12161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8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9672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9672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10BD2-59B4-FD2E-3C5E-C83AE600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F4347-2EC0-CA6E-2637-8048456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15786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4A371-AC27-6A28-32E6-74A2837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5941A-A24E-885D-E894-0326F4C4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5E5B4-971F-FF6A-1B07-A5C8537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06432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8888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672" y="987424"/>
            <a:ext cx="5166360" cy="5358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5F79-E23E-11D2-40BF-66ED340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4ACD5-6E0B-5713-DC9A-41E9D62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04036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19672" y="987424"/>
            <a:ext cx="5166360" cy="53583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7DDB-CE95-4C89-DFC5-7DDBFC2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09891-6E3C-ADED-01DD-15FCED3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2233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6771-E72D-FAD8-771E-3E196DD2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BB827-257D-60D9-792F-E6959004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D2E7-C856-F78A-E88C-37547498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B289-9591-51C9-9E3C-B6F2ACC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037C-790D-7442-8E43-D2740B3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0560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35151-A38B-3766-6A32-FF1DF768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59368" y="978408"/>
            <a:ext cx="2551176" cy="536752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32D1-640C-FB9A-AD6F-D8457383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1208" y="978408"/>
            <a:ext cx="8010144" cy="536752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F80A-4BA7-8ED8-9A62-B921942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8113-D55A-A1A0-D1FE-53C9586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9DDB-F89D-4B2D-21A2-82AF1D10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572D8-D485-1DB1-34B1-C35C61C89940}"/>
              </a:ext>
            </a:extLst>
          </p:cNvPr>
          <p:cNvSpPr/>
          <p:nvPr/>
        </p:nvSpPr>
        <p:spPr>
          <a:xfrm rot="5400000">
            <a:off x="8936623" y="3585018"/>
            <a:ext cx="532573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75083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7/22/2026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89749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66" r:id="rId6"/>
    <p:sldLayoutId id="2147483662" r:id="rId7"/>
    <p:sldLayoutId id="2147483663" r:id="rId8"/>
    <p:sldLayoutId id="2147483664" r:id="rId9"/>
    <p:sldLayoutId id="2147483665" r:id="rId10"/>
    <p:sldLayoutId id="2147483667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EECA69B-4C2A-7F31-8019-E90DB3BD49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pic>
        <p:nvPicPr>
          <p:cNvPr id="4" name="Picture 3" descr="Open doors">
            <a:extLst>
              <a:ext uri="{FF2B5EF4-FFF2-40B4-BE49-F238E27FC236}">
                <a16:creationId xmlns:a16="http://schemas.microsoft.com/office/drawing/2014/main" id="{47F70AEF-A7BA-EEEB-2476-07656B90047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822" b="10909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857DEAC1-B3AA-6569-0A44-A191DF2F3C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577840"/>
            <a:ext cx="12191999" cy="1280160"/>
          </a:xfrm>
          <a:prstGeom prst="rect">
            <a:avLst/>
          </a:prstGeom>
          <a:solidFill>
            <a:schemeClr val="bg1">
              <a:alpha val="8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B51AD9A-E7C1-9514-7C50-8BA790EB79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39" y="5739969"/>
            <a:ext cx="8178501" cy="960120"/>
          </a:xfrm>
          <a:ln>
            <a:noFill/>
          </a:ln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IN" sz="3100"/>
              <a:t>CarePlus Enterprise Hospital Management System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1E8F68-DD98-B984-AEEB-C8F276F999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641975" y="5739969"/>
            <a:ext cx="3355309" cy="960120"/>
          </a:xfrm>
        </p:spPr>
        <p:txBody>
          <a:bodyPr anchor="ctr">
            <a:normAutofit/>
          </a:bodyPr>
          <a:lstStyle/>
          <a:p>
            <a:pPr algn="r"/>
            <a:r>
              <a:rPr lang="en-IN" sz="1900" dirty="0"/>
              <a:t>By Vijay </a:t>
            </a:r>
            <a:br>
              <a:rPr lang="en-IN" sz="1900" dirty="0"/>
            </a:br>
            <a:r>
              <a:rPr lang="en-IN" sz="1900" dirty="0"/>
              <a:t>GenAi Developer</a:t>
            </a:r>
          </a:p>
        </p:txBody>
      </p:sp>
    </p:spTree>
    <p:extLst>
      <p:ext uri="{BB962C8B-B14F-4D97-AF65-F5344CB8AC3E}">
        <p14:creationId xmlns:p14="http://schemas.microsoft.com/office/powerpoint/2010/main" val="20480277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082E5AA-6E5F-4FCC-8C41-11E32F833B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4C048F3-F3CA-3DDB-C279-8D833F1328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102352" cy="1664208"/>
          </a:xfrm>
        </p:spPr>
        <p:txBody>
          <a:bodyPr>
            <a:normAutofit/>
          </a:bodyPr>
          <a:lstStyle/>
          <a:p>
            <a:r>
              <a:rPr lang="en-IN" dirty="0"/>
              <a:t>Objective</a:t>
            </a:r>
            <a:br>
              <a:rPr lang="en-IN" dirty="0"/>
            </a:br>
            <a:endParaRPr lang="en-IN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2BE0106-0C20-465B-A1BE-0BAC2737B1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A3D569D-D3A6-49CA-A483-291E95DACA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55622" y="612648"/>
            <a:ext cx="5513832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Graphic 6" descr="Medicine">
            <a:extLst>
              <a:ext uri="{FF2B5EF4-FFF2-40B4-BE49-F238E27FC236}">
                <a16:creationId xmlns:a16="http://schemas.microsoft.com/office/drawing/2014/main" id="{62EE422A-E9EA-F6D3-C2E4-CAF514CCDAD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318419" y="2834640"/>
            <a:ext cx="3511296" cy="3511296"/>
          </a:xfrm>
          <a:prstGeom prst="rect">
            <a:avLst/>
          </a:prstGeom>
        </p:spPr>
      </p:pic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E8CB28F4-8820-5F9A-F89B-211DC288BA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63056" y="978408"/>
            <a:ext cx="5504688" cy="5367528"/>
          </a:xfrm>
        </p:spPr>
        <p:txBody>
          <a:bodyPr>
            <a:normAutofit/>
          </a:bodyPr>
          <a:lstStyle/>
          <a:p>
            <a:r>
              <a:rPr lang="en-IN" sz="1700"/>
              <a:t>Develop a smart hospital management system that simplifies hospital operations by managing patients, doctors, appointments, billing, pharmacy, laboratory services, and analytics in one integrated platform.</a:t>
            </a:r>
          </a:p>
          <a:p>
            <a:r>
              <a:rPr lang="en-IN" sz="1700" b="1"/>
              <a:t>Technologies Used</a:t>
            </a:r>
          </a:p>
          <a:p>
            <a:r>
              <a:rPr lang="en-IN" sz="1700"/>
              <a:t>Python </a:t>
            </a:r>
          </a:p>
          <a:p>
            <a:r>
              <a:rPr lang="en-IN" sz="1700"/>
              <a:t>Flask </a:t>
            </a:r>
          </a:p>
          <a:p>
            <a:r>
              <a:rPr lang="en-IN" sz="1700"/>
              <a:t>SQLite </a:t>
            </a:r>
          </a:p>
          <a:p>
            <a:r>
              <a:rPr lang="en-IN" sz="1700"/>
              <a:t>HTML5 </a:t>
            </a:r>
          </a:p>
          <a:p>
            <a:r>
              <a:rPr lang="en-IN" sz="1700"/>
              <a:t>CSS3 </a:t>
            </a:r>
          </a:p>
          <a:p>
            <a:r>
              <a:rPr lang="en-IN" sz="1700"/>
              <a:t>JavaScript </a:t>
            </a:r>
          </a:p>
          <a:p>
            <a:r>
              <a:rPr lang="en-IN" sz="1700"/>
              <a:t>Pandas </a:t>
            </a:r>
          </a:p>
          <a:p>
            <a:r>
              <a:rPr lang="en-IN" sz="1700"/>
              <a:t>NumPy </a:t>
            </a:r>
          </a:p>
          <a:p>
            <a:r>
              <a:rPr lang="en-IN" sz="1700"/>
              <a:t>Chart.js </a:t>
            </a:r>
          </a:p>
        </p:txBody>
      </p:sp>
    </p:spTree>
    <p:extLst>
      <p:ext uri="{BB962C8B-B14F-4D97-AF65-F5344CB8AC3E}">
        <p14:creationId xmlns:p14="http://schemas.microsoft.com/office/powerpoint/2010/main" val="5811870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082E5AA-6E5F-4FCC-8C41-11E32F833B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5FD5997-A766-A669-554F-50189C847A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102352" cy="1664208"/>
          </a:xfrm>
        </p:spPr>
        <p:txBody>
          <a:bodyPr>
            <a:normAutofit/>
          </a:bodyPr>
          <a:lstStyle/>
          <a:p>
            <a:r>
              <a:rPr lang="en-IN" dirty="0"/>
              <a:t>Key Features</a:t>
            </a:r>
            <a:br>
              <a:rPr lang="en-IN" dirty="0"/>
            </a:br>
            <a:endParaRPr lang="en-IN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2BE0106-0C20-465B-A1BE-0BAC2737B1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A3D569D-D3A6-49CA-A483-291E95DACA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55622" y="612648"/>
            <a:ext cx="5513832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Graphic 6" descr="Laptop Secure">
            <a:extLst>
              <a:ext uri="{FF2B5EF4-FFF2-40B4-BE49-F238E27FC236}">
                <a16:creationId xmlns:a16="http://schemas.microsoft.com/office/drawing/2014/main" id="{EB28631C-27C6-3357-ED2D-9550D175C2F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318419" y="2834640"/>
            <a:ext cx="3511296" cy="3511296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CDA64F-EDE5-A286-E9FC-1AF5734440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63056" y="978408"/>
            <a:ext cx="5504688" cy="5367528"/>
          </a:xfrm>
        </p:spPr>
        <p:txBody>
          <a:bodyPr>
            <a:normAutofit/>
          </a:bodyPr>
          <a:lstStyle/>
          <a:p>
            <a:r>
              <a:rPr lang="en-IN" dirty="0"/>
              <a:t>Patient Management </a:t>
            </a:r>
          </a:p>
          <a:p>
            <a:r>
              <a:rPr lang="en-IN" dirty="0"/>
              <a:t>Doctor &amp; Nurse Management </a:t>
            </a:r>
          </a:p>
          <a:p>
            <a:r>
              <a:rPr lang="en-IN" dirty="0"/>
              <a:t>Appointment Booking </a:t>
            </a:r>
          </a:p>
          <a:p>
            <a:r>
              <a:rPr lang="en-IN" dirty="0"/>
              <a:t>Billing System </a:t>
            </a:r>
          </a:p>
          <a:p>
            <a:r>
              <a:rPr lang="en-IN" dirty="0"/>
              <a:t>Pharmacy Module </a:t>
            </a:r>
          </a:p>
          <a:p>
            <a:r>
              <a:rPr lang="en-IN" dirty="0"/>
              <a:t>Laboratory Module </a:t>
            </a:r>
          </a:p>
          <a:p>
            <a:r>
              <a:rPr lang="en-IN" dirty="0"/>
              <a:t>Analytics Dashboard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256549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082E5AA-6E5F-4FCC-8C41-11E32F833B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1EB1AD-31B7-E4AB-CBC5-DD0F825291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102352" cy="1664208"/>
          </a:xfrm>
        </p:spPr>
        <p:txBody>
          <a:bodyPr>
            <a:normAutofit/>
          </a:bodyPr>
          <a:lstStyle/>
          <a:p>
            <a:r>
              <a:rPr lang="en-IN" dirty="0"/>
              <a:t>Problem Statement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2BE0106-0C20-465B-A1BE-0BAC2737B1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A3D569D-D3A6-49CA-A483-291E95DACA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55622" y="612648"/>
            <a:ext cx="5513832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Graphic 6" descr="Check List">
            <a:extLst>
              <a:ext uri="{FF2B5EF4-FFF2-40B4-BE49-F238E27FC236}">
                <a16:creationId xmlns:a16="http://schemas.microsoft.com/office/drawing/2014/main" id="{33AFA8EF-FDF8-C5A7-303F-B9504C5104A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318419" y="2834640"/>
            <a:ext cx="3511296" cy="3511296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A00574-4626-0502-C156-A0798717DD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63056" y="978408"/>
            <a:ext cx="5504688" cy="5367528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IN" sz="1300" b="1" dirty="0"/>
              <a:t>Existing Problems</a:t>
            </a:r>
          </a:p>
          <a:p>
            <a:pPr>
              <a:lnSpc>
                <a:spcPct val="100000"/>
              </a:lnSpc>
            </a:pPr>
            <a:r>
              <a:rPr lang="en-IN" sz="1300" dirty="0"/>
              <a:t>Manual patient registration </a:t>
            </a:r>
          </a:p>
          <a:p>
            <a:pPr>
              <a:lnSpc>
                <a:spcPct val="100000"/>
              </a:lnSpc>
            </a:pPr>
            <a:r>
              <a:rPr lang="en-IN" sz="1300" dirty="0"/>
              <a:t>Difficult appointment scheduling </a:t>
            </a:r>
          </a:p>
          <a:p>
            <a:pPr>
              <a:lnSpc>
                <a:spcPct val="100000"/>
              </a:lnSpc>
            </a:pPr>
            <a:r>
              <a:rPr lang="en-IN" sz="1300" dirty="0"/>
              <a:t>Paper-based billing process </a:t>
            </a:r>
          </a:p>
          <a:p>
            <a:pPr>
              <a:lnSpc>
                <a:spcPct val="100000"/>
              </a:lnSpc>
            </a:pPr>
            <a:r>
              <a:rPr lang="en-IN" sz="1300" dirty="0"/>
              <a:t>Medicine inventory errors </a:t>
            </a:r>
          </a:p>
          <a:p>
            <a:pPr>
              <a:lnSpc>
                <a:spcPct val="100000"/>
              </a:lnSpc>
            </a:pPr>
            <a:r>
              <a:rPr lang="en-IN" sz="1300" dirty="0"/>
              <a:t>No centralized hospital database </a:t>
            </a:r>
          </a:p>
          <a:p>
            <a:pPr>
              <a:lnSpc>
                <a:spcPct val="100000"/>
              </a:lnSpc>
            </a:pPr>
            <a:r>
              <a:rPr lang="en-IN" sz="1300" dirty="0"/>
              <a:t>Time-consuming report generation </a:t>
            </a:r>
          </a:p>
          <a:p>
            <a:pPr>
              <a:lnSpc>
                <a:spcPct val="100000"/>
              </a:lnSpc>
            </a:pPr>
            <a:r>
              <a:rPr lang="en-IN" sz="1300" dirty="0"/>
              <a:t>Limited hospital analytics </a:t>
            </a:r>
          </a:p>
          <a:p>
            <a:pPr>
              <a:lnSpc>
                <a:spcPct val="100000"/>
              </a:lnSpc>
            </a:pPr>
            <a:r>
              <a:rPr lang="en-IN" sz="1300" b="1" dirty="0"/>
              <a:t>Proposed Solution</a:t>
            </a:r>
          </a:p>
          <a:p>
            <a:pPr>
              <a:lnSpc>
                <a:spcPct val="100000"/>
              </a:lnSpc>
            </a:pPr>
            <a:r>
              <a:rPr lang="en-IN" sz="1300" dirty="0" err="1"/>
              <a:t>CarePlus</a:t>
            </a:r>
            <a:r>
              <a:rPr lang="en-IN" sz="1300" dirty="0"/>
              <a:t> Enterprise digitizes the complete hospital workflow by providing</a:t>
            </a:r>
          </a:p>
          <a:p>
            <a:pPr>
              <a:lnSpc>
                <a:spcPct val="100000"/>
              </a:lnSpc>
            </a:pPr>
            <a:r>
              <a:rPr lang="en-IN" sz="1300" dirty="0"/>
              <a:t>Automated patient registration </a:t>
            </a:r>
          </a:p>
          <a:p>
            <a:pPr>
              <a:lnSpc>
                <a:spcPct val="100000"/>
              </a:lnSpc>
            </a:pPr>
            <a:r>
              <a:rPr lang="en-IN" sz="1300" dirty="0"/>
              <a:t>Digital appointment booking </a:t>
            </a:r>
          </a:p>
          <a:p>
            <a:pPr>
              <a:lnSpc>
                <a:spcPct val="100000"/>
              </a:lnSpc>
            </a:pPr>
            <a:r>
              <a:rPr lang="en-IN" sz="1300" dirty="0"/>
              <a:t>Smart billing generation </a:t>
            </a:r>
          </a:p>
          <a:p>
            <a:pPr>
              <a:lnSpc>
                <a:spcPct val="100000"/>
              </a:lnSpc>
            </a:pPr>
            <a:r>
              <a:rPr lang="en-IN" sz="1300" dirty="0"/>
              <a:t>Medicine inventory management </a:t>
            </a:r>
          </a:p>
          <a:p>
            <a:pPr>
              <a:lnSpc>
                <a:spcPct val="100000"/>
              </a:lnSpc>
            </a:pPr>
            <a:r>
              <a:rPr lang="en-IN" sz="1300" dirty="0"/>
              <a:t>Laboratory report management </a:t>
            </a:r>
          </a:p>
          <a:p>
            <a:pPr>
              <a:lnSpc>
                <a:spcPct val="100000"/>
              </a:lnSpc>
            </a:pPr>
            <a:r>
              <a:rPr lang="en-IN" sz="1300" dirty="0"/>
              <a:t>Real-time analytics dashboard</a:t>
            </a:r>
          </a:p>
          <a:p>
            <a:pPr marL="0" indent="0">
              <a:lnSpc>
                <a:spcPct val="100000"/>
              </a:lnSpc>
              <a:buNone/>
            </a:pPr>
            <a:endParaRPr lang="en-IN" sz="1300" dirty="0"/>
          </a:p>
        </p:txBody>
      </p:sp>
    </p:spTree>
    <p:extLst>
      <p:ext uri="{BB962C8B-B14F-4D97-AF65-F5344CB8AC3E}">
        <p14:creationId xmlns:p14="http://schemas.microsoft.com/office/powerpoint/2010/main" val="5047359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F420BC5C-C418-4843-B04B-6918968D09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0EEC93F-3534-D54D-5D01-DEA10F4104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3154680" cy="4069080"/>
          </a:xfrm>
        </p:spPr>
        <p:txBody>
          <a:bodyPr>
            <a:normAutofit/>
          </a:bodyPr>
          <a:lstStyle/>
          <a:p>
            <a:r>
              <a:rPr lang="en-IN" sz="4000"/>
              <a:t>System Architecture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4E511C3-750B-AA87-AE51-0FA2069EA0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11155680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C7B94C4-FC96-1BA6-99DB-B92CD340347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84430481"/>
              </p:ext>
            </p:extLst>
          </p:nvPr>
        </p:nvGraphicFramePr>
        <p:xfrm>
          <a:off x="4187952" y="978408"/>
          <a:ext cx="7488936" cy="52395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35932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4213918-F1EB-4BCE-BE23-F5E9851EE0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5D366C-CF48-086F-0E54-AA6D2668F5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</p:spPr>
        <p:txBody>
          <a:bodyPr>
            <a:normAutofit/>
          </a:bodyPr>
          <a:lstStyle/>
          <a:p>
            <a:r>
              <a:rPr lang="en-IN" dirty="0"/>
              <a:t>Modules</a:t>
            </a:r>
            <a:br>
              <a:rPr lang="en-IN" dirty="0"/>
            </a:br>
            <a:endParaRPr lang="en-IN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062E862-C7F7-4CA1-B929-D0B75F5E9F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5680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D89F7A9-5EFF-6EBA-3D3B-6B07EE7220E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61822429"/>
              </p:ext>
            </p:extLst>
          </p:nvPr>
        </p:nvGraphicFramePr>
        <p:xfrm>
          <a:off x="520700" y="2578100"/>
          <a:ext cx="11156950" cy="37671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361553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653AE3C-AC4F-907C-B473-B9A30D2150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C81933E-93BD-38CE-3C98-D10B2844C5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1" y="508090"/>
            <a:ext cx="3412998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B3B7A5C-39EE-77A0-28F9-DF51372312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36008" y="611650"/>
            <a:ext cx="7031736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9A6CA9-D345-B452-C173-0E2FC83242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3410712" cy="5376672"/>
          </a:xfrm>
        </p:spPr>
        <p:txBody>
          <a:bodyPr>
            <a:normAutofit/>
          </a:bodyPr>
          <a:lstStyle/>
          <a:p>
            <a:r>
              <a:rPr lang="en-IN" sz="4000" dirty="0"/>
              <a:t>OOP Concepts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181A2F-0A08-14E1-694A-B5913B8645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6008" y="1042416"/>
            <a:ext cx="7031736" cy="5312664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00000"/>
              </a:lnSpc>
            </a:pPr>
            <a:r>
              <a:rPr lang="en-IN" sz="1600" b="1" dirty="0"/>
              <a:t>Object-Oriented Programming</a:t>
            </a:r>
          </a:p>
          <a:p>
            <a:pPr>
              <a:lnSpc>
                <a:spcPct val="100000"/>
              </a:lnSpc>
            </a:pPr>
            <a:r>
              <a:rPr lang="en-IN" sz="1600" b="1" dirty="0"/>
              <a:t>Abstraction</a:t>
            </a:r>
          </a:p>
          <a:p>
            <a:pPr>
              <a:lnSpc>
                <a:spcPct val="100000"/>
              </a:lnSpc>
            </a:pPr>
            <a:r>
              <a:rPr lang="en-IN" sz="1600" dirty="0"/>
              <a:t>Implemented using Abstract Base Classes (ABC).</a:t>
            </a:r>
          </a:p>
          <a:p>
            <a:pPr>
              <a:lnSpc>
                <a:spcPct val="100000"/>
              </a:lnSpc>
            </a:pPr>
            <a:r>
              <a:rPr lang="en-IN" sz="1600" b="1" dirty="0"/>
              <a:t>Encapsulation</a:t>
            </a:r>
          </a:p>
          <a:p>
            <a:pPr>
              <a:lnSpc>
                <a:spcPct val="100000"/>
              </a:lnSpc>
            </a:pPr>
            <a:r>
              <a:rPr lang="en-IN" sz="1600" dirty="0"/>
              <a:t>Sensitive billing information is stored using private variables.</a:t>
            </a:r>
          </a:p>
          <a:p>
            <a:pPr>
              <a:lnSpc>
                <a:spcPct val="100000"/>
              </a:lnSpc>
            </a:pPr>
            <a:r>
              <a:rPr lang="en-IN" sz="1600" b="1" dirty="0"/>
              <a:t>Inheritance</a:t>
            </a:r>
          </a:p>
          <a:p>
            <a:pPr>
              <a:lnSpc>
                <a:spcPct val="100000"/>
              </a:lnSpc>
            </a:pPr>
            <a:r>
              <a:rPr lang="en-IN" sz="1600" dirty="0"/>
              <a:t>General Hospital and Private Hospital classes inherit from the Hospital class.</a:t>
            </a:r>
          </a:p>
          <a:p>
            <a:pPr>
              <a:lnSpc>
                <a:spcPct val="100000"/>
              </a:lnSpc>
            </a:pPr>
            <a:r>
              <a:rPr lang="en-IN" sz="1600" b="1" dirty="0"/>
              <a:t>Polymorphism</a:t>
            </a:r>
          </a:p>
          <a:p>
            <a:pPr>
              <a:lnSpc>
                <a:spcPct val="100000"/>
              </a:lnSpc>
            </a:pPr>
            <a:r>
              <a:rPr lang="en-IN" sz="1600" dirty="0"/>
              <a:t>Different billing calculations are implemented for General and Private hospitals.</a:t>
            </a:r>
          </a:p>
          <a:p>
            <a:pPr>
              <a:lnSpc>
                <a:spcPct val="100000"/>
              </a:lnSpc>
            </a:pPr>
            <a:r>
              <a:rPr lang="en-IN" sz="1600" b="1" dirty="0"/>
              <a:t>Additional Concepts</a:t>
            </a:r>
          </a:p>
          <a:p>
            <a:pPr>
              <a:lnSpc>
                <a:spcPct val="100000"/>
              </a:lnSpc>
            </a:pPr>
            <a:r>
              <a:rPr lang="en-IN" sz="1600" dirty="0"/>
              <a:t>Constructors </a:t>
            </a:r>
          </a:p>
          <a:p>
            <a:pPr>
              <a:lnSpc>
                <a:spcPct val="100000"/>
              </a:lnSpc>
            </a:pPr>
            <a:r>
              <a:rPr lang="en-IN" sz="1600" dirty="0"/>
              <a:t>Dictionaries </a:t>
            </a:r>
          </a:p>
          <a:p>
            <a:pPr>
              <a:lnSpc>
                <a:spcPct val="100000"/>
              </a:lnSpc>
            </a:pPr>
            <a:r>
              <a:rPr lang="en-IN" sz="1600" dirty="0"/>
              <a:t>Lists </a:t>
            </a:r>
          </a:p>
          <a:p>
            <a:pPr>
              <a:lnSpc>
                <a:spcPct val="100000"/>
              </a:lnSpc>
            </a:pPr>
            <a:r>
              <a:rPr lang="en-IN" sz="1600" dirty="0"/>
              <a:t>Exception Handling </a:t>
            </a:r>
          </a:p>
          <a:p>
            <a:pPr>
              <a:lnSpc>
                <a:spcPct val="100000"/>
              </a:lnSpc>
            </a:pPr>
            <a:r>
              <a:rPr lang="en-IN" sz="1600" dirty="0" err="1"/>
              <a:t>Metaclasses</a:t>
            </a:r>
            <a:r>
              <a:rPr lang="en-IN" sz="1600" dirty="0"/>
              <a:t> </a:t>
            </a:r>
          </a:p>
          <a:p>
            <a:pPr>
              <a:lnSpc>
                <a:spcPct val="100000"/>
              </a:lnSpc>
            </a:pPr>
            <a:r>
              <a:rPr lang="en-IN" sz="1600" dirty="0"/>
              <a:t>Dynamic Data Loading</a:t>
            </a:r>
          </a:p>
          <a:p>
            <a:pPr>
              <a:lnSpc>
                <a:spcPct val="100000"/>
              </a:lnSpc>
            </a:pPr>
            <a:endParaRPr lang="en-IN" sz="1300" dirty="0"/>
          </a:p>
        </p:txBody>
      </p:sp>
    </p:spTree>
    <p:extLst>
      <p:ext uri="{BB962C8B-B14F-4D97-AF65-F5344CB8AC3E}">
        <p14:creationId xmlns:p14="http://schemas.microsoft.com/office/powerpoint/2010/main" val="42273394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4E17AA97-89A7-45C1-B813-BFF6C23D79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3AC4FE1-D370-43A6-96C5-076716BB1E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A3D569D-D3A6-49CA-A483-291E95DACA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62168" y="612648"/>
            <a:ext cx="5021183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83944F0-21C5-C33B-F4C6-8E2CD948A0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5376672"/>
          </a:xfrm>
        </p:spPr>
        <p:txBody>
          <a:bodyPr>
            <a:normAutofit/>
          </a:bodyPr>
          <a:lstStyle/>
          <a:p>
            <a:r>
              <a:rPr lang="en-IN"/>
              <a:t>Data Analytics Using Pandas &amp; NumPy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FE7819-6F55-DCD3-5B60-5BA711A7F5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65976" y="1042416"/>
            <a:ext cx="5010912" cy="5312664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00000"/>
              </a:lnSpc>
            </a:pPr>
            <a:r>
              <a:rPr lang="en-IN" sz="1600" b="1" dirty="0"/>
              <a:t>Analytics Features</a:t>
            </a:r>
          </a:p>
          <a:p>
            <a:pPr>
              <a:lnSpc>
                <a:spcPct val="100000"/>
              </a:lnSpc>
            </a:pPr>
            <a:r>
              <a:rPr lang="en-IN" sz="1600" dirty="0"/>
              <a:t>Using Pandas and NumPy, the system generates:</a:t>
            </a:r>
          </a:p>
          <a:p>
            <a:pPr>
              <a:lnSpc>
                <a:spcPct val="100000"/>
              </a:lnSpc>
            </a:pPr>
            <a:r>
              <a:rPr lang="en-IN" sz="1600" dirty="0"/>
              <a:t>Total Patients </a:t>
            </a:r>
          </a:p>
          <a:p>
            <a:pPr>
              <a:lnSpc>
                <a:spcPct val="100000"/>
              </a:lnSpc>
            </a:pPr>
            <a:r>
              <a:rPr lang="en-IN" sz="1600" dirty="0"/>
              <a:t>Total Revenue </a:t>
            </a:r>
          </a:p>
          <a:p>
            <a:pPr>
              <a:lnSpc>
                <a:spcPct val="100000"/>
              </a:lnSpc>
            </a:pPr>
            <a:r>
              <a:rPr lang="en-IN" sz="1600" dirty="0"/>
              <a:t>Average Patient Age </a:t>
            </a:r>
          </a:p>
          <a:p>
            <a:pPr>
              <a:lnSpc>
                <a:spcPct val="100000"/>
              </a:lnSpc>
            </a:pPr>
            <a:r>
              <a:rPr lang="en-IN" sz="1600" dirty="0"/>
              <a:t>Average Billing Amount </a:t>
            </a:r>
          </a:p>
          <a:p>
            <a:pPr>
              <a:lnSpc>
                <a:spcPct val="100000"/>
              </a:lnSpc>
            </a:pPr>
            <a:r>
              <a:rPr lang="en-IN" sz="1600" dirty="0"/>
              <a:t>Revenue by Department </a:t>
            </a:r>
          </a:p>
          <a:p>
            <a:pPr>
              <a:lnSpc>
                <a:spcPct val="100000"/>
              </a:lnSpc>
            </a:pPr>
            <a:r>
              <a:rPr lang="en-IN" sz="1600" dirty="0"/>
              <a:t>Revenue by Payment Method </a:t>
            </a:r>
          </a:p>
          <a:p>
            <a:pPr>
              <a:lnSpc>
                <a:spcPct val="100000"/>
              </a:lnSpc>
            </a:pPr>
            <a:r>
              <a:rPr lang="en-IN" sz="1600" dirty="0"/>
              <a:t>Bed Occupancy Rate </a:t>
            </a:r>
          </a:p>
          <a:p>
            <a:pPr>
              <a:lnSpc>
                <a:spcPct val="100000"/>
              </a:lnSpc>
            </a:pPr>
            <a:r>
              <a:rPr lang="en-IN" sz="1600" dirty="0"/>
              <a:t>Doctor Workload Analysis </a:t>
            </a:r>
          </a:p>
          <a:p>
            <a:pPr>
              <a:lnSpc>
                <a:spcPct val="100000"/>
              </a:lnSpc>
            </a:pPr>
            <a:r>
              <a:rPr lang="en-IN" sz="1600" dirty="0"/>
              <a:t>Medicine Inventory Analysis </a:t>
            </a:r>
          </a:p>
          <a:p>
            <a:pPr>
              <a:lnSpc>
                <a:spcPct val="100000"/>
              </a:lnSpc>
            </a:pPr>
            <a:r>
              <a:rPr lang="en-IN" sz="1600" dirty="0"/>
              <a:t>Daily Admission Reports </a:t>
            </a:r>
          </a:p>
          <a:p>
            <a:pPr>
              <a:lnSpc>
                <a:spcPct val="100000"/>
              </a:lnSpc>
            </a:pPr>
            <a:r>
              <a:rPr lang="en-IN" sz="1600" b="1" dirty="0"/>
              <a:t>Benefits</a:t>
            </a:r>
          </a:p>
          <a:p>
            <a:pPr>
              <a:lnSpc>
                <a:spcPct val="100000"/>
              </a:lnSpc>
            </a:pPr>
            <a:r>
              <a:rPr lang="en-IN" sz="1600" dirty="0"/>
              <a:t>Faster report generation </a:t>
            </a:r>
          </a:p>
          <a:p>
            <a:pPr>
              <a:lnSpc>
                <a:spcPct val="100000"/>
              </a:lnSpc>
            </a:pPr>
            <a:r>
              <a:rPr lang="en-IN" sz="1600" dirty="0"/>
              <a:t>Better decision making </a:t>
            </a:r>
          </a:p>
          <a:p>
            <a:pPr>
              <a:lnSpc>
                <a:spcPct val="100000"/>
              </a:lnSpc>
            </a:pPr>
            <a:r>
              <a:rPr lang="en-IN" sz="1600" dirty="0"/>
              <a:t>Improved hospital management </a:t>
            </a:r>
          </a:p>
          <a:p>
            <a:pPr>
              <a:lnSpc>
                <a:spcPct val="100000"/>
              </a:lnSpc>
            </a:pPr>
            <a:endParaRPr lang="en-IN" sz="1300" dirty="0"/>
          </a:p>
        </p:txBody>
      </p:sp>
    </p:spTree>
    <p:extLst>
      <p:ext uri="{BB962C8B-B14F-4D97-AF65-F5344CB8AC3E}">
        <p14:creationId xmlns:p14="http://schemas.microsoft.com/office/powerpoint/2010/main" val="20040486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9E1851-E404-7492-86FD-FAAC1E70DD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System Features &amp; Results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4C9E61C-D055-C172-44B5-78B338A3384B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21208" y="2578608"/>
          <a:ext cx="11155680" cy="37673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601047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04213918-F1EB-4BCE-BE23-F5E9851EE0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E80522F-9B4F-D7AF-FDD0-3F8A70169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</p:spPr>
        <p:txBody>
          <a:bodyPr>
            <a:normAutofit/>
          </a:bodyPr>
          <a:lstStyle/>
          <a:p>
            <a:r>
              <a:rPr lang="en-IN" dirty="0"/>
              <a:t>Conclusion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062E862-C7F7-4CA1-B929-D0B75F5E9F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5680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5" name="Content Placeholder 2">
            <a:extLst>
              <a:ext uri="{FF2B5EF4-FFF2-40B4-BE49-F238E27FC236}">
                <a16:creationId xmlns:a16="http://schemas.microsoft.com/office/drawing/2014/main" id="{539DC6A4-9B55-1E4E-A26D-9AF27C21349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9151566"/>
              </p:ext>
            </p:extLst>
          </p:nvPr>
        </p:nvGraphicFramePr>
        <p:xfrm>
          <a:off x="520700" y="2578100"/>
          <a:ext cx="11156950" cy="37671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01536377"/>
      </p:ext>
    </p:extLst>
  </p:cSld>
  <p:clrMapOvr>
    <a:masterClrMapping/>
  </p:clrMapOvr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361</Words>
  <Application>Microsoft Office PowerPoint</Application>
  <PresentationFormat>Widescreen</PresentationFormat>
  <Paragraphs>121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Bierstadt</vt:lpstr>
      <vt:lpstr>GestaltVTI</vt:lpstr>
      <vt:lpstr>CarePlus Enterprise Hospital Management System</vt:lpstr>
      <vt:lpstr>Objective </vt:lpstr>
      <vt:lpstr>Key Features </vt:lpstr>
      <vt:lpstr>Problem Statement</vt:lpstr>
      <vt:lpstr>System Architecture</vt:lpstr>
      <vt:lpstr>Modules </vt:lpstr>
      <vt:lpstr>OOP Concepts Used</vt:lpstr>
      <vt:lpstr>Data Analytics Using Pandas &amp; NumPy</vt:lpstr>
      <vt:lpstr>System Features &amp; Results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Vijay Anandhan</dc:creator>
  <cp:lastModifiedBy>Vijay Anandhan</cp:lastModifiedBy>
  <cp:revision>1</cp:revision>
  <dcterms:created xsi:type="dcterms:W3CDTF">2026-07-22T16:58:47Z</dcterms:created>
  <dcterms:modified xsi:type="dcterms:W3CDTF">2026-07-22T17:18:45Z</dcterms:modified>
</cp:coreProperties>
</file>