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6D0B2BA-70A2-4644-B165-0FCF8996191B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15A2F73-78ED-471C-AD77-2F78D97C683C}">
      <dgm:prSet/>
      <dgm:spPr/>
      <dgm:t>
        <a:bodyPr/>
        <a:lstStyle/>
        <a:p>
          <a:r>
            <a:rPr lang="en-IN"/>
            <a:t>Register patients </a:t>
          </a:r>
          <a:endParaRPr lang="en-US"/>
        </a:p>
      </dgm:t>
    </dgm:pt>
    <dgm:pt modelId="{7E67BFE6-76DE-4BBF-AF54-10EEDCAFCF39}" type="parTrans" cxnId="{832CA371-2EF2-4C4E-A7C9-63A9F3AC25C5}">
      <dgm:prSet/>
      <dgm:spPr/>
      <dgm:t>
        <a:bodyPr/>
        <a:lstStyle/>
        <a:p>
          <a:endParaRPr lang="en-US"/>
        </a:p>
      </dgm:t>
    </dgm:pt>
    <dgm:pt modelId="{B03C3BA2-7030-447E-A5CE-BB6F9E99C515}" type="sibTrans" cxnId="{832CA371-2EF2-4C4E-A7C9-63A9F3AC25C5}">
      <dgm:prSet/>
      <dgm:spPr/>
      <dgm:t>
        <a:bodyPr/>
        <a:lstStyle/>
        <a:p>
          <a:endParaRPr lang="en-US"/>
        </a:p>
      </dgm:t>
    </dgm:pt>
    <dgm:pt modelId="{78AACB94-9A0D-409C-8FB7-13E73D84A0FE}">
      <dgm:prSet/>
      <dgm:spPr/>
      <dgm:t>
        <a:bodyPr/>
        <a:lstStyle/>
        <a:p>
          <a:r>
            <a:rPr lang="en-IN"/>
            <a:t>Assign doctors </a:t>
          </a:r>
          <a:endParaRPr lang="en-US"/>
        </a:p>
      </dgm:t>
    </dgm:pt>
    <dgm:pt modelId="{FC4C4B26-4CC4-477C-AAEC-20E0FD863ADC}" type="parTrans" cxnId="{2CD8454D-CD22-4BBA-8938-7F3E08605E92}">
      <dgm:prSet/>
      <dgm:spPr/>
      <dgm:t>
        <a:bodyPr/>
        <a:lstStyle/>
        <a:p>
          <a:endParaRPr lang="en-US"/>
        </a:p>
      </dgm:t>
    </dgm:pt>
    <dgm:pt modelId="{12A5825F-627E-489D-83DE-59E30BEB678E}" type="sibTrans" cxnId="{2CD8454D-CD22-4BBA-8938-7F3E08605E92}">
      <dgm:prSet/>
      <dgm:spPr/>
      <dgm:t>
        <a:bodyPr/>
        <a:lstStyle/>
        <a:p>
          <a:endParaRPr lang="en-US"/>
        </a:p>
      </dgm:t>
    </dgm:pt>
    <dgm:pt modelId="{A615EECA-2E63-4070-BE13-9D34C3B1965F}">
      <dgm:prSet/>
      <dgm:spPr/>
      <dgm:t>
        <a:bodyPr/>
        <a:lstStyle/>
        <a:p>
          <a:r>
            <a:rPr lang="en-IN"/>
            <a:t>Check doctor availability </a:t>
          </a:r>
          <a:endParaRPr lang="en-US"/>
        </a:p>
      </dgm:t>
    </dgm:pt>
    <dgm:pt modelId="{A92E7053-54D6-432A-9BA0-04422C4D8B6A}" type="parTrans" cxnId="{43DD89FD-0DAC-4A22-80E2-25EA0EFF635B}">
      <dgm:prSet/>
      <dgm:spPr/>
      <dgm:t>
        <a:bodyPr/>
        <a:lstStyle/>
        <a:p>
          <a:endParaRPr lang="en-US"/>
        </a:p>
      </dgm:t>
    </dgm:pt>
    <dgm:pt modelId="{D506EF88-0718-454D-831F-1D0CC4E609F8}" type="sibTrans" cxnId="{43DD89FD-0DAC-4A22-80E2-25EA0EFF635B}">
      <dgm:prSet/>
      <dgm:spPr/>
      <dgm:t>
        <a:bodyPr/>
        <a:lstStyle/>
        <a:p>
          <a:endParaRPr lang="en-US"/>
        </a:p>
      </dgm:t>
    </dgm:pt>
    <dgm:pt modelId="{27345E5D-2098-47EC-841E-0A51BAF47A75}">
      <dgm:prSet/>
      <dgm:spPr/>
      <dgm:t>
        <a:bodyPr/>
        <a:lstStyle/>
        <a:p>
          <a:r>
            <a:rPr lang="en-IN"/>
            <a:t>Record medicines </a:t>
          </a:r>
          <a:endParaRPr lang="en-US"/>
        </a:p>
      </dgm:t>
    </dgm:pt>
    <dgm:pt modelId="{CE39E798-EE28-4D60-A7CF-C4361DE3CD9F}" type="parTrans" cxnId="{2ADF1CCD-BFCF-41AD-B123-48DC42FC6D13}">
      <dgm:prSet/>
      <dgm:spPr/>
      <dgm:t>
        <a:bodyPr/>
        <a:lstStyle/>
        <a:p>
          <a:endParaRPr lang="en-US"/>
        </a:p>
      </dgm:t>
    </dgm:pt>
    <dgm:pt modelId="{A5A670FB-22D1-4C57-A2AC-89A384FA08A9}" type="sibTrans" cxnId="{2ADF1CCD-BFCF-41AD-B123-48DC42FC6D13}">
      <dgm:prSet/>
      <dgm:spPr/>
      <dgm:t>
        <a:bodyPr/>
        <a:lstStyle/>
        <a:p>
          <a:endParaRPr lang="en-US"/>
        </a:p>
      </dgm:t>
    </dgm:pt>
    <dgm:pt modelId="{6A8072F1-D190-40B7-B9DF-0A4F007D8A1D}">
      <dgm:prSet/>
      <dgm:spPr/>
      <dgm:t>
        <a:bodyPr/>
        <a:lstStyle/>
        <a:p>
          <a:r>
            <a:rPr lang="en-IN"/>
            <a:t>Generate hospital bills </a:t>
          </a:r>
          <a:endParaRPr lang="en-US"/>
        </a:p>
      </dgm:t>
    </dgm:pt>
    <dgm:pt modelId="{F89AEE55-6498-493A-977A-CFED71398E2A}" type="parTrans" cxnId="{1B32D43A-6C34-48F8-92B0-992F62073D2B}">
      <dgm:prSet/>
      <dgm:spPr/>
      <dgm:t>
        <a:bodyPr/>
        <a:lstStyle/>
        <a:p>
          <a:endParaRPr lang="en-US"/>
        </a:p>
      </dgm:t>
    </dgm:pt>
    <dgm:pt modelId="{25C65AFA-8954-4AB3-8476-A6A968631407}" type="sibTrans" cxnId="{1B32D43A-6C34-48F8-92B0-992F62073D2B}">
      <dgm:prSet/>
      <dgm:spPr/>
      <dgm:t>
        <a:bodyPr/>
        <a:lstStyle/>
        <a:p>
          <a:endParaRPr lang="en-US"/>
        </a:p>
      </dgm:t>
    </dgm:pt>
    <dgm:pt modelId="{EFC9EFE2-F39F-4055-ACEF-74EB46FBAE4C}">
      <dgm:prSet/>
      <dgm:spPr/>
      <dgm:t>
        <a:bodyPr/>
        <a:lstStyle/>
        <a:p>
          <a:r>
            <a:rPr lang="en-IN"/>
            <a:t>Manage multiple patients continuously</a:t>
          </a:r>
          <a:endParaRPr lang="en-US"/>
        </a:p>
      </dgm:t>
    </dgm:pt>
    <dgm:pt modelId="{EB626292-27D8-47BD-99A1-42F6F32BEFA2}" type="parTrans" cxnId="{EF72E4E8-96F3-40CB-A9B1-C41A5C9A450B}">
      <dgm:prSet/>
      <dgm:spPr/>
      <dgm:t>
        <a:bodyPr/>
        <a:lstStyle/>
        <a:p>
          <a:endParaRPr lang="en-US"/>
        </a:p>
      </dgm:t>
    </dgm:pt>
    <dgm:pt modelId="{266BBEB4-E3B8-4EE2-A314-005342FA1842}" type="sibTrans" cxnId="{EF72E4E8-96F3-40CB-A9B1-C41A5C9A450B}">
      <dgm:prSet/>
      <dgm:spPr/>
      <dgm:t>
        <a:bodyPr/>
        <a:lstStyle/>
        <a:p>
          <a:endParaRPr lang="en-US"/>
        </a:p>
      </dgm:t>
    </dgm:pt>
    <dgm:pt modelId="{0D638A00-F663-406E-B6A5-24C53AB5B674}">
      <dgm:prSet/>
      <dgm:spPr/>
      <dgm:t>
        <a:bodyPr/>
        <a:lstStyle/>
        <a:p>
          <a:r>
            <a:rPr lang="en-IN" b="1" dirty="0"/>
            <a:t>Given:</a:t>
          </a:r>
          <a:endParaRPr lang="en-US" dirty="0"/>
        </a:p>
      </dgm:t>
    </dgm:pt>
    <dgm:pt modelId="{D8498B40-42FB-4EAF-81FD-06FDAC48AAC0}" type="parTrans" cxnId="{24F335B6-4554-4C74-A120-996ECC8A5EF2}">
      <dgm:prSet/>
      <dgm:spPr/>
      <dgm:t>
        <a:bodyPr/>
        <a:lstStyle/>
        <a:p>
          <a:endParaRPr lang="en-US"/>
        </a:p>
      </dgm:t>
    </dgm:pt>
    <dgm:pt modelId="{819580CB-DD66-4559-A2A6-0AD913D0CA47}" type="sibTrans" cxnId="{24F335B6-4554-4C74-A120-996ECC8A5EF2}">
      <dgm:prSet/>
      <dgm:spPr/>
      <dgm:t>
        <a:bodyPr/>
        <a:lstStyle/>
        <a:p>
          <a:endParaRPr lang="en-US"/>
        </a:p>
      </dgm:t>
    </dgm:pt>
    <dgm:pt modelId="{98787283-52B3-48E5-87F6-928CCDDB988D}">
      <dgm:prSet/>
      <dgm:spPr/>
      <dgm:t>
        <a:bodyPr/>
        <a:lstStyle/>
        <a:p>
          <a:r>
            <a:rPr lang="en-IN"/>
            <a:t>Patient ID </a:t>
          </a:r>
          <a:endParaRPr lang="en-US"/>
        </a:p>
      </dgm:t>
    </dgm:pt>
    <dgm:pt modelId="{E74240F4-1C51-4BC2-AC9E-F19A88AF81B3}" type="parTrans" cxnId="{6D990120-74D3-4944-B0B4-F73DD4FB3D84}">
      <dgm:prSet/>
      <dgm:spPr/>
      <dgm:t>
        <a:bodyPr/>
        <a:lstStyle/>
        <a:p>
          <a:endParaRPr lang="en-US"/>
        </a:p>
      </dgm:t>
    </dgm:pt>
    <dgm:pt modelId="{E60DA8AA-43F8-47DC-80E3-3A33F28C8E8A}" type="sibTrans" cxnId="{6D990120-74D3-4944-B0B4-F73DD4FB3D84}">
      <dgm:prSet/>
      <dgm:spPr/>
      <dgm:t>
        <a:bodyPr/>
        <a:lstStyle/>
        <a:p>
          <a:endParaRPr lang="en-US"/>
        </a:p>
      </dgm:t>
    </dgm:pt>
    <dgm:pt modelId="{82AC5CF2-6C8B-4868-9003-1BFD9B6C36E0}">
      <dgm:prSet/>
      <dgm:spPr/>
      <dgm:t>
        <a:bodyPr/>
        <a:lstStyle/>
        <a:p>
          <a:r>
            <a:rPr lang="en-IN"/>
            <a:t>Patient Name </a:t>
          </a:r>
          <a:endParaRPr lang="en-US"/>
        </a:p>
      </dgm:t>
    </dgm:pt>
    <dgm:pt modelId="{FB3EF0A6-230E-476D-B199-F5187F1BC2E6}" type="parTrans" cxnId="{80B5034B-080D-46B3-850A-9976720581DC}">
      <dgm:prSet/>
      <dgm:spPr/>
      <dgm:t>
        <a:bodyPr/>
        <a:lstStyle/>
        <a:p>
          <a:endParaRPr lang="en-US"/>
        </a:p>
      </dgm:t>
    </dgm:pt>
    <dgm:pt modelId="{1282ED05-29CD-431B-91E5-B88C29D90087}" type="sibTrans" cxnId="{80B5034B-080D-46B3-850A-9976720581DC}">
      <dgm:prSet/>
      <dgm:spPr/>
      <dgm:t>
        <a:bodyPr/>
        <a:lstStyle/>
        <a:p>
          <a:endParaRPr lang="en-US"/>
        </a:p>
      </dgm:t>
    </dgm:pt>
    <dgm:pt modelId="{249C96BC-8407-4A75-9DC4-D7906D8A53E1}">
      <dgm:prSet/>
      <dgm:spPr/>
      <dgm:t>
        <a:bodyPr/>
        <a:lstStyle/>
        <a:p>
          <a:r>
            <a:rPr lang="en-IN"/>
            <a:t>Doctor ID </a:t>
          </a:r>
          <a:endParaRPr lang="en-US"/>
        </a:p>
      </dgm:t>
    </dgm:pt>
    <dgm:pt modelId="{8A6FB312-0E72-412F-890C-2E38E2F259FB}" type="parTrans" cxnId="{30D9B256-3912-4E71-B1C5-3074C5781A50}">
      <dgm:prSet/>
      <dgm:spPr/>
      <dgm:t>
        <a:bodyPr/>
        <a:lstStyle/>
        <a:p>
          <a:endParaRPr lang="en-US"/>
        </a:p>
      </dgm:t>
    </dgm:pt>
    <dgm:pt modelId="{D98D5A68-B505-4B29-BE71-161251C7E141}" type="sibTrans" cxnId="{30D9B256-3912-4E71-B1C5-3074C5781A50}">
      <dgm:prSet/>
      <dgm:spPr/>
      <dgm:t>
        <a:bodyPr/>
        <a:lstStyle/>
        <a:p>
          <a:endParaRPr lang="en-US"/>
        </a:p>
      </dgm:t>
    </dgm:pt>
    <dgm:pt modelId="{C28AE768-146C-43F3-A1B9-37C843B51938}">
      <dgm:prSet/>
      <dgm:spPr/>
      <dgm:t>
        <a:bodyPr/>
        <a:lstStyle/>
        <a:p>
          <a:r>
            <a:rPr lang="en-IN"/>
            <a:t>Hospital Type </a:t>
          </a:r>
          <a:endParaRPr lang="en-US"/>
        </a:p>
      </dgm:t>
    </dgm:pt>
    <dgm:pt modelId="{E7CA6D42-1128-4E36-8A24-564686A2E64D}" type="parTrans" cxnId="{49BC4A11-A05C-45C9-9791-3938D5E04C57}">
      <dgm:prSet/>
      <dgm:spPr/>
      <dgm:t>
        <a:bodyPr/>
        <a:lstStyle/>
        <a:p>
          <a:endParaRPr lang="en-US"/>
        </a:p>
      </dgm:t>
    </dgm:pt>
    <dgm:pt modelId="{7FD5A8B6-9A35-477F-B6CE-4CDE3AB3E14C}" type="sibTrans" cxnId="{49BC4A11-A05C-45C9-9791-3938D5E04C57}">
      <dgm:prSet/>
      <dgm:spPr/>
      <dgm:t>
        <a:bodyPr/>
        <a:lstStyle/>
        <a:p>
          <a:endParaRPr lang="en-US"/>
        </a:p>
      </dgm:t>
    </dgm:pt>
    <dgm:pt modelId="{9D6B2522-C682-4BD3-9E9A-E6DE4D6C25CC}">
      <dgm:prSet/>
      <dgm:spPr/>
      <dgm:t>
        <a:bodyPr/>
        <a:lstStyle/>
        <a:p>
          <a:r>
            <a:rPr lang="en-IN"/>
            <a:t>Medicine Details </a:t>
          </a:r>
          <a:endParaRPr lang="en-US"/>
        </a:p>
      </dgm:t>
    </dgm:pt>
    <dgm:pt modelId="{DC584069-71D8-4E17-9922-54D7E4DDD7CC}" type="parTrans" cxnId="{45792469-CBA7-4A6D-BC68-21CED608C0D5}">
      <dgm:prSet/>
      <dgm:spPr/>
      <dgm:t>
        <a:bodyPr/>
        <a:lstStyle/>
        <a:p>
          <a:endParaRPr lang="en-US"/>
        </a:p>
      </dgm:t>
    </dgm:pt>
    <dgm:pt modelId="{2A17B1C1-7A5D-402B-896A-C087545BA0A5}" type="sibTrans" cxnId="{45792469-CBA7-4A6D-BC68-21CED608C0D5}">
      <dgm:prSet/>
      <dgm:spPr/>
      <dgm:t>
        <a:bodyPr/>
        <a:lstStyle/>
        <a:p>
          <a:endParaRPr lang="en-US"/>
        </a:p>
      </dgm:t>
    </dgm:pt>
    <dgm:pt modelId="{B3F4E798-4D4D-49C9-8EF3-3A4D8AB228FF}">
      <dgm:prSet/>
      <dgm:spPr/>
      <dgm:t>
        <a:bodyPr/>
        <a:lstStyle/>
        <a:p>
          <a:r>
            <a:rPr lang="en-IN"/>
            <a:t>Doctor Database</a:t>
          </a:r>
          <a:endParaRPr lang="en-US"/>
        </a:p>
      </dgm:t>
    </dgm:pt>
    <dgm:pt modelId="{E6231AFC-57B5-4FBE-B3EA-74C01B5D211F}" type="parTrans" cxnId="{D861453C-C212-48E4-8F4C-655C966BE4DF}">
      <dgm:prSet/>
      <dgm:spPr/>
      <dgm:t>
        <a:bodyPr/>
        <a:lstStyle/>
        <a:p>
          <a:endParaRPr lang="en-US"/>
        </a:p>
      </dgm:t>
    </dgm:pt>
    <dgm:pt modelId="{30355E00-EF7F-434D-90F2-B37881BFDE66}" type="sibTrans" cxnId="{D861453C-C212-48E4-8F4C-655C966BE4DF}">
      <dgm:prSet/>
      <dgm:spPr/>
      <dgm:t>
        <a:bodyPr/>
        <a:lstStyle/>
        <a:p>
          <a:endParaRPr lang="en-US"/>
        </a:p>
      </dgm:t>
    </dgm:pt>
    <dgm:pt modelId="{90563293-2059-4897-94E3-E3C02CD64031}" type="pres">
      <dgm:prSet presAssocID="{C6D0B2BA-70A2-4644-B165-0FCF8996191B}" presName="vert0" presStyleCnt="0">
        <dgm:presLayoutVars>
          <dgm:dir/>
          <dgm:animOne val="branch"/>
          <dgm:animLvl val="lvl"/>
        </dgm:presLayoutVars>
      </dgm:prSet>
      <dgm:spPr/>
    </dgm:pt>
    <dgm:pt modelId="{3E2B6EAA-2E01-4DDF-BB11-16A3EE404196}" type="pres">
      <dgm:prSet presAssocID="{315A2F73-78ED-471C-AD77-2F78D97C683C}" presName="thickLine" presStyleLbl="alignNode1" presStyleIdx="0" presStyleCnt="13"/>
      <dgm:spPr/>
    </dgm:pt>
    <dgm:pt modelId="{37A94C7B-410C-4B99-8EC8-DDF7B65ACDBD}" type="pres">
      <dgm:prSet presAssocID="{315A2F73-78ED-471C-AD77-2F78D97C683C}" presName="horz1" presStyleCnt="0"/>
      <dgm:spPr/>
    </dgm:pt>
    <dgm:pt modelId="{BBA2C43F-3FAC-4A73-9C46-D202A0FB86C6}" type="pres">
      <dgm:prSet presAssocID="{315A2F73-78ED-471C-AD77-2F78D97C683C}" presName="tx1" presStyleLbl="revTx" presStyleIdx="0" presStyleCnt="13"/>
      <dgm:spPr/>
    </dgm:pt>
    <dgm:pt modelId="{01C829E8-6EB5-4A4A-8EB2-BE301DE95405}" type="pres">
      <dgm:prSet presAssocID="{315A2F73-78ED-471C-AD77-2F78D97C683C}" presName="vert1" presStyleCnt="0"/>
      <dgm:spPr/>
    </dgm:pt>
    <dgm:pt modelId="{8C3C80C4-2B1D-417B-8BB0-99FCBCC4437D}" type="pres">
      <dgm:prSet presAssocID="{78AACB94-9A0D-409C-8FB7-13E73D84A0FE}" presName="thickLine" presStyleLbl="alignNode1" presStyleIdx="1" presStyleCnt="13"/>
      <dgm:spPr/>
    </dgm:pt>
    <dgm:pt modelId="{FA404B11-D8C1-452E-B34B-7BCAA7DC7F13}" type="pres">
      <dgm:prSet presAssocID="{78AACB94-9A0D-409C-8FB7-13E73D84A0FE}" presName="horz1" presStyleCnt="0"/>
      <dgm:spPr/>
    </dgm:pt>
    <dgm:pt modelId="{5AE71F5A-46A4-4784-A754-0A510ABF68A6}" type="pres">
      <dgm:prSet presAssocID="{78AACB94-9A0D-409C-8FB7-13E73D84A0FE}" presName="tx1" presStyleLbl="revTx" presStyleIdx="1" presStyleCnt="13"/>
      <dgm:spPr/>
    </dgm:pt>
    <dgm:pt modelId="{4ECB42AF-FB24-4239-98EA-492BA7D4AEB9}" type="pres">
      <dgm:prSet presAssocID="{78AACB94-9A0D-409C-8FB7-13E73D84A0FE}" presName="vert1" presStyleCnt="0"/>
      <dgm:spPr/>
    </dgm:pt>
    <dgm:pt modelId="{97786D3F-969A-4A7F-AE7B-604F91160DF2}" type="pres">
      <dgm:prSet presAssocID="{A615EECA-2E63-4070-BE13-9D34C3B1965F}" presName="thickLine" presStyleLbl="alignNode1" presStyleIdx="2" presStyleCnt="13"/>
      <dgm:spPr/>
    </dgm:pt>
    <dgm:pt modelId="{7BEA0969-E40E-450D-BE11-1BC38C4B06A3}" type="pres">
      <dgm:prSet presAssocID="{A615EECA-2E63-4070-BE13-9D34C3B1965F}" presName="horz1" presStyleCnt="0"/>
      <dgm:spPr/>
    </dgm:pt>
    <dgm:pt modelId="{65610A82-F581-4684-94F0-8BA2493DBF50}" type="pres">
      <dgm:prSet presAssocID="{A615EECA-2E63-4070-BE13-9D34C3B1965F}" presName="tx1" presStyleLbl="revTx" presStyleIdx="2" presStyleCnt="13"/>
      <dgm:spPr/>
    </dgm:pt>
    <dgm:pt modelId="{D5ECDC55-B679-4DC5-9819-4C5947298801}" type="pres">
      <dgm:prSet presAssocID="{A615EECA-2E63-4070-BE13-9D34C3B1965F}" presName="vert1" presStyleCnt="0"/>
      <dgm:spPr/>
    </dgm:pt>
    <dgm:pt modelId="{9AFC6D69-3E38-434C-B5EC-06E9BA4A09A2}" type="pres">
      <dgm:prSet presAssocID="{27345E5D-2098-47EC-841E-0A51BAF47A75}" presName="thickLine" presStyleLbl="alignNode1" presStyleIdx="3" presStyleCnt="13"/>
      <dgm:spPr/>
    </dgm:pt>
    <dgm:pt modelId="{994D0531-C96B-4C47-A7C3-237C043DF38E}" type="pres">
      <dgm:prSet presAssocID="{27345E5D-2098-47EC-841E-0A51BAF47A75}" presName="horz1" presStyleCnt="0"/>
      <dgm:spPr/>
    </dgm:pt>
    <dgm:pt modelId="{2D583F50-145F-40EA-9F5A-E0CE09D2B2DD}" type="pres">
      <dgm:prSet presAssocID="{27345E5D-2098-47EC-841E-0A51BAF47A75}" presName="tx1" presStyleLbl="revTx" presStyleIdx="3" presStyleCnt="13"/>
      <dgm:spPr/>
    </dgm:pt>
    <dgm:pt modelId="{8A71516C-3F7C-4C39-9E3B-EDB41B6CE304}" type="pres">
      <dgm:prSet presAssocID="{27345E5D-2098-47EC-841E-0A51BAF47A75}" presName="vert1" presStyleCnt="0"/>
      <dgm:spPr/>
    </dgm:pt>
    <dgm:pt modelId="{BDEA02F9-CC54-4F54-A0F8-13121D9E5CEA}" type="pres">
      <dgm:prSet presAssocID="{6A8072F1-D190-40B7-B9DF-0A4F007D8A1D}" presName="thickLine" presStyleLbl="alignNode1" presStyleIdx="4" presStyleCnt="13"/>
      <dgm:spPr/>
    </dgm:pt>
    <dgm:pt modelId="{CF0C56B0-7F07-4F73-8EF5-8F676CD45025}" type="pres">
      <dgm:prSet presAssocID="{6A8072F1-D190-40B7-B9DF-0A4F007D8A1D}" presName="horz1" presStyleCnt="0"/>
      <dgm:spPr/>
    </dgm:pt>
    <dgm:pt modelId="{91AD3E95-F16D-4408-8C1E-F9B0B4D43BF5}" type="pres">
      <dgm:prSet presAssocID="{6A8072F1-D190-40B7-B9DF-0A4F007D8A1D}" presName="tx1" presStyleLbl="revTx" presStyleIdx="4" presStyleCnt="13"/>
      <dgm:spPr/>
    </dgm:pt>
    <dgm:pt modelId="{EAE77E2A-78C3-4E52-85AB-87112C30E541}" type="pres">
      <dgm:prSet presAssocID="{6A8072F1-D190-40B7-B9DF-0A4F007D8A1D}" presName="vert1" presStyleCnt="0"/>
      <dgm:spPr/>
    </dgm:pt>
    <dgm:pt modelId="{45FEA53A-B29F-4327-B3FF-4F8EBC9BE7CA}" type="pres">
      <dgm:prSet presAssocID="{EFC9EFE2-F39F-4055-ACEF-74EB46FBAE4C}" presName="thickLine" presStyleLbl="alignNode1" presStyleIdx="5" presStyleCnt="13"/>
      <dgm:spPr/>
    </dgm:pt>
    <dgm:pt modelId="{BBD27E87-4FB2-4111-8ED3-FBB370F76F46}" type="pres">
      <dgm:prSet presAssocID="{EFC9EFE2-F39F-4055-ACEF-74EB46FBAE4C}" presName="horz1" presStyleCnt="0"/>
      <dgm:spPr/>
    </dgm:pt>
    <dgm:pt modelId="{E6EBD4DA-D158-4F6B-B5B4-6ED419A53FD8}" type="pres">
      <dgm:prSet presAssocID="{EFC9EFE2-F39F-4055-ACEF-74EB46FBAE4C}" presName="tx1" presStyleLbl="revTx" presStyleIdx="5" presStyleCnt="13"/>
      <dgm:spPr/>
    </dgm:pt>
    <dgm:pt modelId="{1E69DE1F-9B0E-4129-9F52-DAAD3524FC90}" type="pres">
      <dgm:prSet presAssocID="{EFC9EFE2-F39F-4055-ACEF-74EB46FBAE4C}" presName="vert1" presStyleCnt="0"/>
      <dgm:spPr/>
    </dgm:pt>
    <dgm:pt modelId="{E8666824-084A-40E9-941A-22CF1513E55E}" type="pres">
      <dgm:prSet presAssocID="{0D638A00-F663-406E-B6A5-24C53AB5B674}" presName="thickLine" presStyleLbl="alignNode1" presStyleIdx="6" presStyleCnt="13"/>
      <dgm:spPr/>
    </dgm:pt>
    <dgm:pt modelId="{8687FF77-7580-47C8-B813-DF60731A12F0}" type="pres">
      <dgm:prSet presAssocID="{0D638A00-F663-406E-B6A5-24C53AB5B674}" presName="horz1" presStyleCnt="0"/>
      <dgm:spPr/>
    </dgm:pt>
    <dgm:pt modelId="{BF71450A-B9BE-4534-B2EA-C999538A3AE6}" type="pres">
      <dgm:prSet presAssocID="{0D638A00-F663-406E-B6A5-24C53AB5B674}" presName="tx1" presStyleLbl="revTx" presStyleIdx="6" presStyleCnt="13"/>
      <dgm:spPr/>
    </dgm:pt>
    <dgm:pt modelId="{3DD20B21-85A4-43FF-B96B-6CABFE6B2BC2}" type="pres">
      <dgm:prSet presAssocID="{0D638A00-F663-406E-B6A5-24C53AB5B674}" presName="vert1" presStyleCnt="0"/>
      <dgm:spPr/>
    </dgm:pt>
    <dgm:pt modelId="{5913C49E-DC6F-4336-BEF6-3F5EE3B46872}" type="pres">
      <dgm:prSet presAssocID="{98787283-52B3-48E5-87F6-928CCDDB988D}" presName="thickLine" presStyleLbl="alignNode1" presStyleIdx="7" presStyleCnt="13"/>
      <dgm:spPr/>
    </dgm:pt>
    <dgm:pt modelId="{0B76F1E0-76A1-47A5-8D90-C7337DFD0308}" type="pres">
      <dgm:prSet presAssocID="{98787283-52B3-48E5-87F6-928CCDDB988D}" presName="horz1" presStyleCnt="0"/>
      <dgm:spPr/>
    </dgm:pt>
    <dgm:pt modelId="{76E1D8BE-450C-46AE-B38A-F176504D7211}" type="pres">
      <dgm:prSet presAssocID="{98787283-52B3-48E5-87F6-928CCDDB988D}" presName="tx1" presStyleLbl="revTx" presStyleIdx="7" presStyleCnt="13"/>
      <dgm:spPr/>
    </dgm:pt>
    <dgm:pt modelId="{7AC340CF-EA82-4891-BF62-692244E897A5}" type="pres">
      <dgm:prSet presAssocID="{98787283-52B3-48E5-87F6-928CCDDB988D}" presName="vert1" presStyleCnt="0"/>
      <dgm:spPr/>
    </dgm:pt>
    <dgm:pt modelId="{135AC7F2-AE5F-4A1F-826F-3D19833BEA50}" type="pres">
      <dgm:prSet presAssocID="{82AC5CF2-6C8B-4868-9003-1BFD9B6C36E0}" presName="thickLine" presStyleLbl="alignNode1" presStyleIdx="8" presStyleCnt="13"/>
      <dgm:spPr/>
    </dgm:pt>
    <dgm:pt modelId="{54DC7B8D-F30B-46A9-BA5A-C498AA942957}" type="pres">
      <dgm:prSet presAssocID="{82AC5CF2-6C8B-4868-9003-1BFD9B6C36E0}" presName="horz1" presStyleCnt="0"/>
      <dgm:spPr/>
    </dgm:pt>
    <dgm:pt modelId="{EAEB83C7-3636-4EC5-A282-278908C15DA2}" type="pres">
      <dgm:prSet presAssocID="{82AC5CF2-6C8B-4868-9003-1BFD9B6C36E0}" presName="tx1" presStyleLbl="revTx" presStyleIdx="8" presStyleCnt="13"/>
      <dgm:spPr/>
    </dgm:pt>
    <dgm:pt modelId="{8FC87848-49CA-408D-9E14-C197114D1A33}" type="pres">
      <dgm:prSet presAssocID="{82AC5CF2-6C8B-4868-9003-1BFD9B6C36E0}" presName="vert1" presStyleCnt="0"/>
      <dgm:spPr/>
    </dgm:pt>
    <dgm:pt modelId="{56EBE910-B635-4E68-8DAB-0D831F9C4AFF}" type="pres">
      <dgm:prSet presAssocID="{249C96BC-8407-4A75-9DC4-D7906D8A53E1}" presName="thickLine" presStyleLbl="alignNode1" presStyleIdx="9" presStyleCnt="13"/>
      <dgm:spPr/>
    </dgm:pt>
    <dgm:pt modelId="{F2253886-9F94-431A-A4BE-6A086DE7B5F7}" type="pres">
      <dgm:prSet presAssocID="{249C96BC-8407-4A75-9DC4-D7906D8A53E1}" presName="horz1" presStyleCnt="0"/>
      <dgm:spPr/>
    </dgm:pt>
    <dgm:pt modelId="{DB823F32-8F39-4626-9D2D-971424B09B9B}" type="pres">
      <dgm:prSet presAssocID="{249C96BC-8407-4A75-9DC4-D7906D8A53E1}" presName="tx1" presStyleLbl="revTx" presStyleIdx="9" presStyleCnt="13"/>
      <dgm:spPr/>
    </dgm:pt>
    <dgm:pt modelId="{E1B2EE3B-AF20-404F-83E2-E3227CBA1357}" type="pres">
      <dgm:prSet presAssocID="{249C96BC-8407-4A75-9DC4-D7906D8A53E1}" presName="vert1" presStyleCnt="0"/>
      <dgm:spPr/>
    </dgm:pt>
    <dgm:pt modelId="{538C2B56-8381-4D73-B7E1-C026E4296C0C}" type="pres">
      <dgm:prSet presAssocID="{C28AE768-146C-43F3-A1B9-37C843B51938}" presName="thickLine" presStyleLbl="alignNode1" presStyleIdx="10" presStyleCnt="13"/>
      <dgm:spPr/>
    </dgm:pt>
    <dgm:pt modelId="{E5FC7EB0-5AEC-489E-8FB3-B76A235ADF43}" type="pres">
      <dgm:prSet presAssocID="{C28AE768-146C-43F3-A1B9-37C843B51938}" presName="horz1" presStyleCnt="0"/>
      <dgm:spPr/>
    </dgm:pt>
    <dgm:pt modelId="{F0E78BA6-4F07-48C9-A4DA-594F9E894C5A}" type="pres">
      <dgm:prSet presAssocID="{C28AE768-146C-43F3-A1B9-37C843B51938}" presName="tx1" presStyleLbl="revTx" presStyleIdx="10" presStyleCnt="13"/>
      <dgm:spPr/>
    </dgm:pt>
    <dgm:pt modelId="{19257A6B-5BDB-4A7A-BC12-3CDE68C1B790}" type="pres">
      <dgm:prSet presAssocID="{C28AE768-146C-43F3-A1B9-37C843B51938}" presName="vert1" presStyleCnt="0"/>
      <dgm:spPr/>
    </dgm:pt>
    <dgm:pt modelId="{9CDED548-C38E-4509-8181-CACDC87F3262}" type="pres">
      <dgm:prSet presAssocID="{9D6B2522-C682-4BD3-9E9A-E6DE4D6C25CC}" presName="thickLine" presStyleLbl="alignNode1" presStyleIdx="11" presStyleCnt="13"/>
      <dgm:spPr/>
    </dgm:pt>
    <dgm:pt modelId="{3D983F18-C9A0-4964-828F-CC9C9AB00C0A}" type="pres">
      <dgm:prSet presAssocID="{9D6B2522-C682-4BD3-9E9A-E6DE4D6C25CC}" presName="horz1" presStyleCnt="0"/>
      <dgm:spPr/>
    </dgm:pt>
    <dgm:pt modelId="{B286222B-5FB8-444D-9A05-192D19175E75}" type="pres">
      <dgm:prSet presAssocID="{9D6B2522-C682-4BD3-9E9A-E6DE4D6C25CC}" presName="tx1" presStyleLbl="revTx" presStyleIdx="11" presStyleCnt="13"/>
      <dgm:spPr/>
    </dgm:pt>
    <dgm:pt modelId="{EC985DF8-386B-4F1B-8B43-22E28D7847B5}" type="pres">
      <dgm:prSet presAssocID="{9D6B2522-C682-4BD3-9E9A-E6DE4D6C25CC}" presName="vert1" presStyleCnt="0"/>
      <dgm:spPr/>
    </dgm:pt>
    <dgm:pt modelId="{3D9B7620-8EBD-4E0A-B05D-638EA12D183D}" type="pres">
      <dgm:prSet presAssocID="{B3F4E798-4D4D-49C9-8EF3-3A4D8AB228FF}" presName="thickLine" presStyleLbl="alignNode1" presStyleIdx="12" presStyleCnt="13"/>
      <dgm:spPr/>
    </dgm:pt>
    <dgm:pt modelId="{2D11CBF6-7C2B-4FE6-B698-2DB31FA3B6D2}" type="pres">
      <dgm:prSet presAssocID="{B3F4E798-4D4D-49C9-8EF3-3A4D8AB228FF}" presName="horz1" presStyleCnt="0"/>
      <dgm:spPr/>
    </dgm:pt>
    <dgm:pt modelId="{1F607C66-29C1-414D-9D1D-0FD84216859C}" type="pres">
      <dgm:prSet presAssocID="{B3F4E798-4D4D-49C9-8EF3-3A4D8AB228FF}" presName="tx1" presStyleLbl="revTx" presStyleIdx="12" presStyleCnt="13"/>
      <dgm:spPr/>
    </dgm:pt>
    <dgm:pt modelId="{C8052FDB-8DDF-4FCB-AD9F-FAFC775E5E25}" type="pres">
      <dgm:prSet presAssocID="{B3F4E798-4D4D-49C9-8EF3-3A4D8AB228FF}" presName="vert1" presStyleCnt="0"/>
      <dgm:spPr/>
    </dgm:pt>
  </dgm:ptLst>
  <dgm:cxnLst>
    <dgm:cxn modelId="{B19F6901-D163-4CD1-A5C3-AE86D00F0144}" type="presOf" srcId="{78AACB94-9A0D-409C-8FB7-13E73D84A0FE}" destId="{5AE71F5A-46A4-4784-A754-0A510ABF68A6}" srcOrd="0" destOrd="0" presId="urn:microsoft.com/office/officeart/2008/layout/LinedList"/>
    <dgm:cxn modelId="{F7B5A80A-4673-4C2A-AE8F-E4AA29A75899}" type="presOf" srcId="{315A2F73-78ED-471C-AD77-2F78D97C683C}" destId="{BBA2C43F-3FAC-4A73-9C46-D202A0FB86C6}" srcOrd="0" destOrd="0" presId="urn:microsoft.com/office/officeart/2008/layout/LinedList"/>
    <dgm:cxn modelId="{49BC4A11-A05C-45C9-9791-3938D5E04C57}" srcId="{C6D0B2BA-70A2-4644-B165-0FCF8996191B}" destId="{C28AE768-146C-43F3-A1B9-37C843B51938}" srcOrd="10" destOrd="0" parTransId="{E7CA6D42-1128-4E36-8A24-564686A2E64D}" sibTransId="{7FD5A8B6-9A35-477F-B6CE-4CDE3AB3E14C}"/>
    <dgm:cxn modelId="{E801131C-9939-4686-A649-B3DE70109991}" type="presOf" srcId="{A615EECA-2E63-4070-BE13-9D34C3B1965F}" destId="{65610A82-F581-4684-94F0-8BA2493DBF50}" srcOrd="0" destOrd="0" presId="urn:microsoft.com/office/officeart/2008/layout/LinedList"/>
    <dgm:cxn modelId="{6D990120-74D3-4944-B0B4-F73DD4FB3D84}" srcId="{C6D0B2BA-70A2-4644-B165-0FCF8996191B}" destId="{98787283-52B3-48E5-87F6-928CCDDB988D}" srcOrd="7" destOrd="0" parTransId="{E74240F4-1C51-4BC2-AC9E-F19A88AF81B3}" sibTransId="{E60DA8AA-43F8-47DC-80E3-3A33F28C8E8A}"/>
    <dgm:cxn modelId="{87F56A28-AE3E-469F-8C1C-F74084B0BB96}" type="presOf" srcId="{9D6B2522-C682-4BD3-9E9A-E6DE4D6C25CC}" destId="{B286222B-5FB8-444D-9A05-192D19175E75}" srcOrd="0" destOrd="0" presId="urn:microsoft.com/office/officeart/2008/layout/LinedList"/>
    <dgm:cxn modelId="{93BD4A2A-0180-4C84-92CA-4D8F3290A5F0}" type="presOf" srcId="{EFC9EFE2-F39F-4055-ACEF-74EB46FBAE4C}" destId="{E6EBD4DA-D158-4F6B-B5B4-6ED419A53FD8}" srcOrd="0" destOrd="0" presId="urn:microsoft.com/office/officeart/2008/layout/LinedList"/>
    <dgm:cxn modelId="{1B32D43A-6C34-48F8-92B0-992F62073D2B}" srcId="{C6D0B2BA-70A2-4644-B165-0FCF8996191B}" destId="{6A8072F1-D190-40B7-B9DF-0A4F007D8A1D}" srcOrd="4" destOrd="0" parTransId="{F89AEE55-6498-493A-977A-CFED71398E2A}" sibTransId="{25C65AFA-8954-4AB3-8476-A6A968631407}"/>
    <dgm:cxn modelId="{D861453C-C212-48E4-8F4C-655C966BE4DF}" srcId="{C6D0B2BA-70A2-4644-B165-0FCF8996191B}" destId="{B3F4E798-4D4D-49C9-8EF3-3A4D8AB228FF}" srcOrd="12" destOrd="0" parTransId="{E6231AFC-57B5-4FBE-B3EA-74C01B5D211F}" sibTransId="{30355E00-EF7F-434D-90F2-B37881BFDE66}"/>
    <dgm:cxn modelId="{A07E175F-33A9-4199-BEBC-50798069C2C3}" type="presOf" srcId="{82AC5CF2-6C8B-4868-9003-1BFD9B6C36E0}" destId="{EAEB83C7-3636-4EC5-A282-278908C15DA2}" srcOrd="0" destOrd="0" presId="urn:microsoft.com/office/officeart/2008/layout/LinedList"/>
    <dgm:cxn modelId="{FF310660-6E42-4C58-932C-F0C2D8141AB8}" type="presOf" srcId="{C28AE768-146C-43F3-A1B9-37C843B51938}" destId="{F0E78BA6-4F07-48C9-A4DA-594F9E894C5A}" srcOrd="0" destOrd="0" presId="urn:microsoft.com/office/officeart/2008/layout/LinedList"/>
    <dgm:cxn modelId="{AFF44647-A4A4-40E4-8A70-B1A8208D08E4}" type="presOf" srcId="{0D638A00-F663-406E-B6A5-24C53AB5B674}" destId="{BF71450A-B9BE-4534-B2EA-C999538A3AE6}" srcOrd="0" destOrd="0" presId="urn:microsoft.com/office/officeart/2008/layout/LinedList"/>
    <dgm:cxn modelId="{45792469-CBA7-4A6D-BC68-21CED608C0D5}" srcId="{C6D0B2BA-70A2-4644-B165-0FCF8996191B}" destId="{9D6B2522-C682-4BD3-9E9A-E6DE4D6C25CC}" srcOrd="11" destOrd="0" parTransId="{DC584069-71D8-4E17-9922-54D7E4DDD7CC}" sibTransId="{2A17B1C1-7A5D-402B-896A-C087545BA0A5}"/>
    <dgm:cxn modelId="{80B5034B-080D-46B3-850A-9976720581DC}" srcId="{C6D0B2BA-70A2-4644-B165-0FCF8996191B}" destId="{82AC5CF2-6C8B-4868-9003-1BFD9B6C36E0}" srcOrd="8" destOrd="0" parTransId="{FB3EF0A6-230E-476D-B199-F5187F1BC2E6}" sibTransId="{1282ED05-29CD-431B-91E5-B88C29D90087}"/>
    <dgm:cxn modelId="{5AA9086B-6542-46C3-83CC-C2CF2194FF02}" type="presOf" srcId="{B3F4E798-4D4D-49C9-8EF3-3A4D8AB228FF}" destId="{1F607C66-29C1-414D-9D1D-0FD84216859C}" srcOrd="0" destOrd="0" presId="urn:microsoft.com/office/officeart/2008/layout/LinedList"/>
    <dgm:cxn modelId="{2CD8454D-CD22-4BBA-8938-7F3E08605E92}" srcId="{C6D0B2BA-70A2-4644-B165-0FCF8996191B}" destId="{78AACB94-9A0D-409C-8FB7-13E73D84A0FE}" srcOrd="1" destOrd="0" parTransId="{FC4C4B26-4CC4-477C-AAEC-20E0FD863ADC}" sibTransId="{12A5825F-627E-489D-83DE-59E30BEB678E}"/>
    <dgm:cxn modelId="{832CA371-2EF2-4C4E-A7C9-63A9F3AC25C5}" srcId="{C6D0B2BA-70A2-4644-B165-0FCF8996191B}" destId="{315A2F73-78ED-471C-AD77-2F78D97C683C}" srcOrd="0" destOrd="0" parTransId="{7E67BFE6-76DE-4BBF-AF54-10EEDCAFCF39}" sibTransId="{B03C3BA2-7030-447E-A5CE-BB6F9E99C515}"/>
    <dgm:cxn modelId="{30D9B256-3912-4E71-B1C5-3074C5781A50}" srcId="{C6D0B2BA-70A2-4644-B165-0FCF8996191B}" destId="{249C96BC-8407-4A75-9DC4-D7906D8A53E1}" srcOrd="9" destOrd="0" parTransId="{8A6FB312-0E72-412F-890C-2E38E2F259FB}" sibTransId="{D98D5A68-B505-4B29-BE71-161251C7E141}"/>
    <dgm:cxn modelId="{8D4ED781-9B1F-41D0-A3AF-3CD40FC2606E}" type="presOf" srcId="{98787283-52B3-48E5-87F6-928CCDDB988D}" destId="{76E1D8BE-450C-46AE-B38A-F176504D7211}" srcOrd="0" destOrd="0" presId="urn:microsoft.com/office/officeart/2008/layout/LinedList"/>
    <dgm:cxn modelId="{C6692984-20C5-417E-A383-71432FB74FD3}" type="presOf" srcId="{C6D0B2BA-70A2-4644-B165-0FCF8996191B}" destId="{90563293-2059-4897-94E3-E3C02CD64031}" srcOrd="0" destOrd="0" presId="urn:microsoft.com/office/officeart/2008/layout/LinedList"/>
    <dgm:cxn modelId="{24F335B6-4554-4C74-A120-996ECC8A5EF2}" srcId="{C6D0B2BA-70A2-4644-B165-0FCF8996191B}" destId="{0D638A00-F663-406E-B6A5-24C53AB5B674}" srcOrd="6" destOrd="0" parTransId="{D8498B40-42FB-4EAF-81FD-06FDAC48AAC0}" sibTransId="{819580CB-DD66-4559-A2A6-0AD913D0CA47}"/>
    <dgm:cxn modelId="{53BD77BD-D376-4A30-AD58-0E43A9A24121}" type="presOf" srcId="{249C96BC-8407-4A75-9DC4-D7906D8A53E1}" destId="{DB823F32-8F39-4626-9D2D-971424B09B9B}" srcOrd="0" destOrd="0" presId="urn:microsoft.com/office/officeart/2008/layout/LinedList"/>
    <dgm:cxn modelId="{1D36B5C6-8877-46F9-AF66-8A8E2A656F09}" type="presOf" srcId="{27345E5D-2098-47EC-841E-0A51BAF47A75}" destId="{2D583F50-145F-40EA-9F5A-E0CE09D2B2DD}" srcOrd="0" destOrd="0" presId="urn:microsoft.com/office/officeart/2008/layout/LinedList"/>
    <dgm:cxn modelId="{2ADF1CCD-BFCF-41AD-B123-48DC42FC6D13}" srcId="{C6D0B2BA-70A2-4644-B165-0FCF8996191B}" destId="{27345E5D-2098-47EC-841E-0A51BAF47A75}" srcOrd="3" destOrd="0" parTransId="{CE39E798-EE28-4D60-A7CF-C4361DE3CD9F}" sibTransId="{A5A670FB-22D1-4C57-A2AC-89A384FA08A9}"/>
    <dgm:cxn modelId="{9ACC3AE5-2FC4-446A-B32E-8371B68E6F1C}" type="presOf" srcId="{6A8072F1-D190-40B7-B9DF-0A4F007D8A1D}" destId="{91AD3E95-F16D-4408-8C1E-F9B0B4D43BF5}" srcOrd="0" destOrd="0" presId="urn:microsoft.com/office/officeart/2008/layout/LinedList"/>
    <dgm:cxn modelId="{EF72E4E8-96F3-40CB-A9B1-C41A5C9A450B}" srcId="{C6D0B2BA-70A2-4644-B165-0FCF8996191B}" destId="{EFC9EFE2-F39F-4055-ACEF-74EB46FBAE4C}" srcOrd="5" destOrd="0" parTransId="{EB626292-27D8-47BD-99A1-42F6F32BEFA2}" sibTransId="{266BBEB4-E3B8-4EE2-A314-005342FA1842}"/>
    <dgm:cxn modelId="{43DD89FD-0DAC-4A22-80E2-25EA0EFF635B}" srcId="{C6D0B2BA-70A2-4644-B165-0FCF8996191B}" destId="{A615EECA-2E63-4070-BE13-9D34C3B1965F}" srcOrd="2" destOrd="0" parTransId="{A92E7053-54D6-432A-9BA0-04422C4D8B6A}" sibTransId="{D506EF88-0718-454D-831F-1D0CC4E609F8}"/>
    <dgm:cxn modelId="{5122B839-D699-4102-84AD-30F590CC170E}" type="presParOf" srcId="{90563293-2059-4897-94E3-E3C02CD64031}" destId="{3E2B6EAA-2E01-4DDF-BB11-16A3EE404196}" srcOrd="0" destOrd="0" presId="urn:microsoft.com/office/officeart/2008/layout/LinedList"/>
    <dgm:cxn modelId="{6FED5804-8F91-49BB-BAF4-7378BC4769DF}" type="presParOf" srcId="{90563293-2059-4897-94E3-E3C02CD64031}" destId="{37A94C7B-410C-4B99-8EC8-DDF7B65ACDBD}" srcOrd="1" destOrd="0" presId="urn:microsoft.com/office/officeart/2008/layout/LinedList"/>
    <dgm:cxn modelId="{7B289AF2-B356-4378-9508-ADC1B21275E5}" type="presParOf" srcId="{37A94C7B-410C-4B99-8EC8-DDF7B65ACDBD}" destId="{BBA2C43F-3FAC-4A73-9C46-D202A0FB86C6}" srcOrd="0" destOrd="0" presId="urn:microsoft.com/office/officeart/2008/layout/LinedList"/>
    <dgm:cxn modelId="{8994A6B6-E977-4EC1-92EE-DF54F6D74D38}" type="presParOf" srcId="{37A94C7B-410C-4B99-8EC8-DDF7B65ACDBD}" destId="{01C829E8-6EB5-4A4A-8EB2-BE301DE95405}" srcOrd="1" destOrd="0" presId="urn:microsoft.com/office/officeart/2008/layout/LinedList"/>
    <dgm:cxn modelId="{695E1079-4CB9-4E16-A430-D1FDC9EED088}" type="presParOf" srcId="{90563293-2059-4897-94E3-E3C02CD64031}" destId="{8C3C80C4-2B1D-417B-8BB0-99FCBCC4437D}" srcOrd="2" destOrd="0" presId="urn:microsoft.com/office/officeart/2008/layout/LinedList"/>
    <dgm:cxn modelId="{E085ADA0-69DF-40EB-BB87-B5120C162BFD}" type="presParOf" srcId="{90563293-2059-4897-94E3-E3C02CD64031}" destId="{FA404B11-D8C1-452E-B34B-7BCAA7DC7F13}" srcOrd="3" destOrd="0" presId="urn:microsoft.com/office/officeart/2008/layout/LinedList"/>
    <dgm:cxn modelId="{3875AC37-7B84-403E-BB1E-69C947A346DA}" type="presParOf" srcId="{FA404B11-D8C1-452E-B34B-7BCAA7DC7F13}" destId="{5AE71F5A-46A4-4784-A754-0A510ABF68A6}" srcOrd="0" destOrd="0" presId="urn:microsoft.com/office/officeart/2008/layout/LinedList"/>
    <dgm:cxn modelId="{5C32CBD8-AC44-46BB-8EA8-C3D4F7A55147}" type="presParOf" srcId="{FA404B11-D8C1-452E-B34B-7BCAA7DC7F13}" destId="{4ECB42AF-FB24-4239-98EA-492BA7D4AEB9}" srcOrd="1" destOrd="0" presId="urn:microsoft.com/office/officeart/2008/layout/LinedList"/>
    <dgm:cxn modelId="{BC97AEDA-0E62-4EDA-AAC5-5A9C73566F44}" type="presParOf" srcId="{90563293-2059-4897-94E3-E3C02CD64031}" destId="{97786D3F-969A-4A7F-AE7B-604F91160DF2}" srcOrd="4" destOrd="0" presId="urn:microsoft.com/office/officeart/2008/layout/LinedList"/>
    <dgm:cxn modelId="{0F207712-A419-48E0-A5BB-AB0CDFF97A78}" type="presParOf" srcId="{90563293-2059-4897-94E3-E3C02CD64031}" destId="{7BEA0969-E40E-450D-BE11-1BC38C4B06A3}" srcOrd="5" destOrd="0" presId="urn:microsoft.com/office/officeart/2008/layout/LinedList"/>
    <dgm:cxn modelId="{7C600E6D-DC95-4122-AF46-17FA277448D0}" type="presParOf" srcId="{7BEA0969-E40E-450D-BE11-1BC38C4B06A3}" destId="{65610A82-F581-4684-94F0-8BA2493DBF50}" srcOrd="0" destOrd="0" presId="urn:microsoft.com/office/officeart/2008/layout/LinedList"/>
    <dgm:cxn modelId="{B3C3F217-148B-4BE8-88CD-DF684C073F58}" type="presParOf" srcId="{7BEA0969-E40E-450D-BE11-1BC38C4B06A3}" destId="{D5ECDC55-B679-4DC5-9819-4C5947298801}" srcOrd="1" destOrd="0" presId="urn:microsoft.com/office/officeart/2008/layout/LinedList"/>
    <dgm:cxn modelId="{25E4F165-9CAB-49BF-BE70-B5EDFED75B1A}" type="presParOf" srcId="{90563293-2059-4897-94E3-E3C02CD64031}" destId="{9AFC6D69-3E38-434C-B5EC-06E9BA4A09A2}" srcOrd="6" destOrd="0" presId="urn:microsoft.com/office/officeart/2008/layout/LinedList"/>
    <dgm:cxn modelId="{2D08F60A-03B2-4829-893C-1FFBE1AC48DD}" type="presParOf" srcId="{90563293-2059-4897-94E3-E3C02CD64031}" destId="{994D0531-C96B-4C47-A7C3-237C043DF38E}" srcOrd="7" destOrd="0" presId="urn:microsoft.com/office/officeart/2008/layout/LinedList"/>
    <dgm:cxn modelId="{2B33EB3E-EE51-42EE-962D-9B8345335928}" type="presParOf" srcId="{994D0531-C96B-4C47-A7C3-237C043DF38E}" destId="{2D583F50-145F-40EA-9F5A-E0CE09D2B2DD}" srcOrd="0" destOrd="0" presId="urn:microsoft.com/office/officeart/2008/layout/LinedList"/>
    <dgm:cxn modelId="{52D262B8-46DD-48C1-8EB2-A90129D39037}" type="presParOf" srcId="{994D0531-C96B-4C47-A7C3-237C043DF38E}" destId="{8A71516C-3F7C-4C39-9E3B-EDB41B6CE304}" srcOrd="1" destOrd="0" presId="urn:microsoft.com/office/officeart/2008/layout/LinedList"/>
    <dgm:cxn modelId="{6325259B-C987-4AAE-902A-C3138177C57B}" type="presParOf" srcId="{90563293-2059-4897-94E3-E3C02CD64031}" destId="{BDEA02F9-CC54-4F54-A0F8-13121D9E5CEA}" srcOrd="8" destOrd="0" presId="urn:microsoft.com/office/officeart/2008/layout/LinedList"/>
    <dgm:cxn modelId="{123EB7BA-3295-4714-972C-DB6551BD5C09}" type="presParOf" srcId="{90563293-2059-4897-94E3-E3C02CD64031}" destId="{CF0C56B0-7F07-4F73-8EF5-8F676CD45025}" srcOrd="9" destOrd="0" presId="urn:microsoft.com/office/officeart/2008/layout/LinedList"/>
    <dgm:cxn modelId="{8E923279-ED6E-4134-9132-A14AF4F59F16}" type="presParOf" srcId="{CF0C56B0-7F07-4F73-8EF5-8F676CD45025}" destId="{91AD3E95-F16D-4408-8C1E-F9B0B4D43BF5}" srcOrd="0" destOrd="0" presId="urn:microsoft.com/office/officeart/2008/layout/LinedList"/>
    <dgm:cxn modelId="{939F1918-D6DF-44AF-A433-1B6EB7911BF9}" type="presParOf" srcId="{CF0C56B0-7F07-4F73-8EF5-8F676CD45025}" destId="{EAE77E2A-78C3-4E52-85AB-87112C30E541}" srcOrd="1" destOrd="0" presId="urn:microsoft.com/office/officeart/2008/layout/LinedList"/>
    <dgm:cxn modelId="{D90EC398-0F49-4A11-9198-A9E84424561F}" type="presParOf" srcId="{90563293-2059-4897-94E3-E3C02CD64031}" destId="{45FEA53A-B29F-4327-B3FF-4F8EBC9BE7CA}" srcOrd="10" destOrd="0" presId="urn:microsoft.com/office/officeart/2008/layout/LinedList"/>
    <dgm:cxn modelId="{678A2B1C-9DF5-4785-BE7D-412EEB6475A4}" type="presParOf" srcId="{90563293-2059-4897-94E3-E3C02CD64031}" destId="{BBD27E87-4FB2-4111-8ED3-FBB370F76F46}" srcOrd="11" destOrd="0" presId="urn:microsoft.com/office/officeart/2008/layout/LinedList"/>
    <dgm:cxn modelId="{C69EE0BA-E142-43BE-8939-2C6E1FCF35FC}" type="presParOf" srcId="{BBD27E87-4FB2-4111-8ED3-FBB370F76F46}" destId="{E6EBD4DA-D158-4F6B-B5B4-6ED419A53FD8}" srcOrd="0" destOrd="0" presId="urn:microsoft.com/office/officeart/2008/layout/LinedList"/>
    <dgm:cxn modelId="{0663629B-EBC2-4988-8F3A-FEFE5942CA87}" type="presParOf" srcId="{BBD27E87-4FB2-4111-8ED3-FBB370F76F46}" destId="{1E69DE1F-9B0E-4129-9F52-DAAD3524FC90}" srcOrd="1" destOrd="0" presId="urn:microsoft.com/office/officeart/2008/layout/LinedList"/>
    <dgm:cxn modelId="{E4403BFA-1436-4EA6-B541-D1988D4FE96C}" type="presParOf" srcId="{90563293-2059-4897-94E3-E3C02CD64031}" destId="{E8666824-084A-40E9-941A-22CF1513E55E}" srcOrd="12" destOrd="0" presId="urn:microsoft.com/office/officeart/2008/layout/LinedList"/>
    <dgm:cxn modelId="{A46A4CA9-A22E-470E-8CF5-B1393E34C46E}" type="presParOf" srcId="{90563293-2059-4897-94E3-E3C02CD64031}" destId="{8687FF77-7580-47C8-B813-DF60731A12F0}" srcOrd="13" destOrd="0" presId="urn:microsoft.com/office/officeart/2008/layout/LinedList"/>
    <dgm:cxn modelId="{20AF09B2-F48B-48B1-BD48-55CC633BD45E}" type="presParOf" srcId="{8687FF77-7580-47C8-B813-DF60731A12F0}" destId="{BF71450A-B9BE-4534-B2EA-C999538A3AE6}" srcOrd="0" destOrd="0" presId="urn:microsoft.com/office/officeart/2008/layout/LinedList"/>
    <dgm:cxn modelId="{39FB0B9D-7D80-44F6-9654-863B947B17B3}" type="presParOf" srcId="{8687FF77-7580-47C8-B813-DF60731A12F0}" destId="{3DD20B21-85A4-43FF-B96B-6CABFE6B2BC2}" srcOrd="1" destOrd="0" presId="urn:microsoft.com/office/officeart/2008/layout/LinedList"/>
    <dgm:cxn modelId="{0C952FDE-A355-4D6E-A2D0-6C43F8FBAB83}" type="presParOf" srcId="{90563293-2059-4897-94E3-E3C02CD64031}" destId="{5913C49E-DC6F-4336-BEF6-3F5EE3B46872}" srcOrd="14" destOrd="0" presId="urn:microsoft.com/office/officeart/2008/layout/LinedList"/>
    <dgm:cxn modelId="{FCFA62AC-A4B2-41DA-90BF-86205223B9DB}" type="presParOf" srcId="{90563293-2059-4897-94E3-E3C02CD64031}" destId="{0B76F1E0-76A1-47A5-8D90-C7337DFD0308}" srcOrd="15" destOrd="0" presId="urn:microsoft.com/office/officeart/2008/layout/LinedList"/>
    <dgm:cxn modelId="{85EABCE7-E67D-4F1B-B039-7142B839A34F}" type="presParOf" srcId="{0B76F1E0-76A1-47A5-8D90-C7337DFD0308}" destId="{76E1D8BE-450C-46AE-B38A-F176504D7211}" srcOrd="0" destOrd="0" presId="urn:microsoft.com/office/officeart/2008/layout/LinedList"/>
    <dgm:cxn modelId="{8480B0F8-921E-4E8A-9E8F-F25B36F08807}" type="presParOf" srcId="{0B76F1E0-76A1-47A5-8D90-C7337DFD0308}" destId="{7AC340CF-EA82-4891-BF62-692244E897A5}" srcOrd="1" destOrd="0" presId="urn:microsoft.com/office/officeart/2008/layout/LinedList"/>
    <dgm:cxn modelId="{9386EC17-F34F-4D81-9102-3B948DFCE48C}" type="presParOf" srcId="{90563293-2059-4897-94E3-E3C02CD64031}" destId="{135AC7F2-AE5F-4A1F-826F-3D19833BEA50}" srcOrd="16" destOrd="0" presId="urn:microsoft.com/office/officeart/2008/layout/LinedList"/>
    <dgm:cxn modelId="{0703C0D7-7BCD-4DF9-98EB-68F43C74F7B3}" type="presParOf" srcId="{90563293-2059-4897-94E3-E3C02CD64031}" destId="{54DC7B8D-F30B-46A9-BA5A-C498AA942957}" srcOrd="17" destOrd="0" presId="urn:microsoft.com/office/officeart/2008/layout/LinedList"/>
    <dgm:cxn modelId="{5A39C777-2887-4729-84F8-D99CAE1CB812}" type="presParOf" srcId="{54DC7B8D-F30B-46A9-BA5A-C498AA942957}" destId="{EAEB83C7-3636-4EC5-A282-278908C15DA2}" srcOrd="0" destOrd="0" presId="urn:microsoft.com/office/officeart/2008/layout/LinedList"/>
    <dgm:cxn modelId="{62DF22D4-A090-4134-8074-80D1EF1DA07C}" type="presParOf" srcId="{54DC7B8D-F30B-46A9-BA5A-C498AA942957}" destId="{8FC87848-49CA-408D-9E14-C197114D1A33}" srcOrd="1" destOrd="0" presId="urn:microsoft.com/office/officeart/2008/layout/LinedList"/>
    <dgm:cxn modelId="{EE2160E0-5930-4EDF-9350-DB4CC5FE506B}" type="presParOf" srcId="{90563293-2059-4897-94E3-E3C02CD64031}" destId="{56EBE910-B635-4E68-8DAB-0D831F9C4AFF}" srcOrd="18" destOrd="0" presId="urn:microsoft.com/office/officeart/2008/layout/LinedList"/>
    <dgm:cxn modelId="{B6291E78-616B-445A-BE6E-88FAFF646D08}" type="presParOf" srcId="{90563293-2059-4897-94E3-E3C02CD64031}" destId="{F2253886-9F94-431A-A4BE-6A086DE7B5F7}" srcOrd="19" destOrd="0" presId="urn:microsoft.com/office/officeart/2008/layout/LinedList"/>
    <dgm:cxn modelId="{BED981D2-6EF6-4A5B-AF16-55CC9701D01E}" type="presParOf" srcId="{F2253886-9F94-431A-A4BE-6A086DE7B5F7}" destId="{DB823F32-8F39-4626-9D2D-971424B09B9B}" srcOrd="0" destOrd="0" presId="urn:microsoft.com/office/officeart/2008/layout/LinedList"/>
    <dgm:cxn modelId="{3B177CF4-1EF3-46F9-B160-2F6A064D6CE0}" type="presParOf" srcId="{F2253886-9F94-431A-A4BE-6A086DE7B5F7}" destId="{E1B2EE3B-AF20-404F-83E2-E3227CBA1357}" srcOrd="1" destOrd="0" presId="urn:microsoft.com/office/officeart/2008/layout/LinedList"/>
    <dgm:cxn modelId="{5A2EF71D-2E19-4C5D-88F2-C7D5806BC39F}" type="presParOf" srcId="{90563293-2059-4897-94E3-E3C02CD64031}" destId="{538C2B56-8381-4D73-B7E1-C026E4296C0C}" srcOrd="20" destOrd="0" presId="urn:microsoft.com/office/officeart/2008/layout/LinedList"/>
    <dgm:cxn modelId="{35E69C67-B9BC-473C-87A9-816767C09D60}" type="presParOf" srcId="{90563293-2059-4897-94E3-E3C02CD64031}" destId="{E5FC7EB0-5AEC-489E-8FB3-B76A235ADF43}" srcOrd="21" destOrd="0" presId="urn:microsoft.com/office/officeart/2008/layout/LinedList"/>
    <dgm:cxn modelId="{8C940E9A-C0CB-4882-ABD5-B3F6532438BE}" type="presParOf" srcId="{E5FC7EB0-5AEC-489E-8FB3-B76A235ADF43}" destId="{F0E78BA6-4F07-48C9-A4DA-594F9E894C5A}" srcOrd="0" destOrd="0" presId="urn:microsoft.com/office/officeart/2008/layout/LinedList"/>
    <dgm:cxn modelId="{543F1FFB-F485-4695-B711-EA090C5D1E72}" type="presParOf" srcId="{E5FC7EB0-5AEC-489E-8FB3-B76A235ADF43}" destId="{19257A6B-5BDB-4A7A-BC12-3CDE68C1B790}" srcOrd="1" destOrd="0" presId="urn:microsoft.com/office/officeart/2008/layout/LinedList"/>
    <dgm:cxn modelId="{28B7A8F1-04D6-4FC4-B409-DAAF83BBD051}" type="presParOf" srcId="{90563293-2059-4897-94E3-E3C02CD64031}" destId="{9CDED548-C38E-4509-8181-CACDC87F3262}" srcOrd="22" destOrd="0" presId="urn:microsoft.com/office/officeart/2008/layout/LinedList"/>
    <dgm:cxn modelId="{D8E30BED-387D-4117-83E2-D297D0AF396B}" type="presParOf" srcId="{90563293-2059-4897-94E3-E3C02CD64031}" destId="{3D983F18-C9A0-4964-828F-CC9C9AB00C0A}" srcOrd="23" destOrd="0" presId="urn:microsoft.com/office/officeart/2008/layout/LinedList"/>
    <dgm:cxn modelId="{E4C898B5-6B6C-47EA-9555-37679EDAA230}" type="presParOf" srcId="{3D983F18-C9A0-4964-828F-CC9C9AB00C0A}" destId="{B286222B-5FB8-444D-9A05-192D19175E75}" srcOrd="0" destOrd="0" presId="urn:microsoft.com/office/officeart/2008/layout/LinedList"/>
    <dgm:cxn modelId="{F55C96F8-0FC0-43BA-8028-637F3485852D}" type="presParOf" srcId="{3D983F18-C9A0-4964-828F-CC9C9AB00C0A}" destId="{EC985DF8-386B-4F1B-8B43-22E28D7847B5}" srcOrd="1" destOrd="0" presId="urn:microsoft.com/office/officeart/2008/layout/LinedList"/>
    <dgm:cxn modelId="{7894D344-D91C-4117-AF38-116E6C510C43}" type="presParOf" srcId="{90563293-2059-4897-94E3-E3C02CD64031}" destId="{3D9B7620-8EBD-4E0A-B05D-638EA12D183D}" srcOrd="24" destOrd="0" presId="urn:microsoft.com/office/officeart/2008/layout/LinedList"/>
    <dgm:cxn modelId="{4928B519-95A5-4D30-92B0-9074D97427D7}" type="presParOf" srcId="{90563293-2059-4897-94E3-E3C02CD64031}" destId="{2D11CBF6-7C2B-4FE6-B698-2DB31FA3B6D2}" srcOrd="25" destOrd="0" presId="urn:microsoft.com/office/officeart/2008/layout/LinedList"/>
    <dgm:cxn modelId="{926F9ED0-8E3D-4E8C-BFA4-1EDD9A6F638C}" type="presParOf" srcId="{2D11CBF6-7C2B-4FE6-B698-2DB31FA3B6D2}" destId="{1F607C66-29C1-414D-9D1D-0FD84216859C}" srcOrd="0" destOrd="0" presId="urn:microsoft.com/office/officeart/2008/layout/LinedList"/>
    <dgm:cxn modelId="{390E65A3-BF7D-44C1-84E2-B709B527D161}" type="presParOf" srcId="{2D11CBF6-7C2B-4FE6-B698-2DB31FA3B6D2}" destId="{C8052FDB-8DDF-4FCB-AD9F-FAFC775E5E2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A0DDA68-5E5E-44C7-A037-742B8315A303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8FF3053-F537-416F-9B18-BEF1311A4649}">
      <dgm:prSet/>
      <dgm:spPr/>
      <dgm:t>
        <a:bodyPr/>
        <a:lstStyle/>
        <a:p>
          <a:r>
            <a:rPr lang="en-IN" b="1"/>
            <a:t>Data Structures Used</a:t>
          </a:r>
          <a:endParaRPr lang="en-US"/>
        </a:p>
      </dgm:t>
    </dgm:pt>
    <dgm:pt modelId="{E0BEE123-8D20-4540-B427-356993C546C7}" type="parTrans" cxnId="{083D08CB-7E08-47CA-AE26-12B6D7232327}">
      <dgm:prSet/>
      <dgm:spPr/>
      <dgm:t>
        <a:bodyPr/>
        <a:lstStyle/>
        <a:p>
          <a:endParaRPr lang="en-US"/>
        </a:p>
      </dgm:t>
    </dgm:pt>
    <dgm:pt modelId="{3F5AD914-3BB4-4892-93B5-A260FCE021E1}" type="sibTrans" cxnId="{083D08CB-7E08-47CA-AE26-12B6D7232327}">
      <dgm:prSet/>
      <dgm:spPr/>
      <dgm:t>
        <a:bodyPr/>
        <a:lstStyle/>
        <a:p>
          <a:endParaRPr lang="en-US"/>
        </a:p>
      </dgm:t>
    </dgm:pt>
    <dgm:pt modelId="{32E4D2CB-90C1-42CD-9735-FD2DABF7E7EE}">
      <dgm:prSet/>
      <dgm:spPr/>
      <dgm:t>
        <a:bodyPr/>
        <a:lstStyle/>
        <a:p>
          <a:r>
            <a:rPr lang="en-IN" b="1"/>
            <a:t>Dictionary</a:t>
          </a:r>
          <a:endParaRPr lang="en-US"/>
        </a:p>
      </dgm:t>
    </dgm:pt>
    <dgm:pt modelId="{924BFF11-6B08-492F-BD36-19978A4F3445}" type="parTrans" cxnId="{7D830B74-9D80-4D7D-B464-A9E833EF59C4}">
      <dgm:prSet/>
      <dgm:spPr/>
      <dgm:t>
        <a:bodyPr/>
        <a:lstStyle/>
        <a:p>
          <a:endParaRPr lang="en-US"/>
        </a:p>
      </dgm:t>
    </dgm:pt>
    <dgm:pt modelId="{01241E97-94EA-46CE-A083-92ACD0EC294B}" type="sibTrans" cxnId="{7D830B74-9D80-4D7D-B464-A9E833EF59C4}">
      <dgm:prSet/>
      <dgm:spPr/>
      <dgm:t>
        <a:bodyPr/>
        <a:lstStyle/>
        <a:p>
          <a:endParaRPr lang="en-US"/>
        </a:p>
      </dgm:t>
    </dgm:pt>
    <dgm:pt modelId="{23ECD0AA-E1D2-4CC2-9A8A-413C1AB4CEE9}">
      <dgm:prSet/>
      <dgm:spPr/>
      <dgm:t>
        <a:bodyPr/>
        <a:lstStyle/>
        <a:p>
          <a:r>
            <a:rPr lang="en-IN"/>
            <a:t>Doctor ID</a:t>
          </a:r>
          <a:endParaRPr lang="en-US"/>
        </a:p>
      </dgm:t>
    </dgm:pt>
    <dgm:pt modelId="{B977DF29-DCE7-451C-AD83-1E6411D989F9}" type="parTrans" cxnId="{B7E0CED1-659C-4132-8059-260EEF2A3D7B}">
      <dgm:prSet/>
      <dgm:spPr/>
      <dgm:t>
        <a:bodyPr/>
        <a:lstStyle/>
        <a:p>
          <a:endParaRPr lang="en-US"/>
        </a:p>
      </dgm:t>
    </dgm:pt>
    <dgm:pt modelId="{92FAA29C-557D-465A-8E1C-9B2EFF4159A3}" type="sibTrans" cxnId="{B7E0CED1-659C-4132-8059-260EEF2A3D7B}">
      <dgm:prSet/>
      <dgm:spPr/>
      <dgm:t>
        <a:bodyPr/>
        <a:lstStyle/>
        <a:p>
          <a:endParaRPr lang="en-US"/>
        </a:p>
      </dgm:t>
    </dgm:pt>
    <dgm:pt modelId="{3E40A4FF-5C03-4867-B86B-57F18C3B4574}">
      <dgm:prSet/>
      <dgm:spPr/>
      <dgm:t>
        <a:bodyPr/>
        <a:lstStyle/>
        <a:p>
          <a:r>
            <a:rPr lang="en-US" dirty="0"/>
            <a:t>-&gt;</a:t>
          </a:r>
        </a:p>
      </dgm:t>
    </dgm:pt>
    <dgm:pt modelId="{D8FDD8E2-13AF-4708-A1E4-F96218A35732}" type="parTrans" cxnId="{5268D721-FB38-47E2-B9ED-E165696A55C9}">
      <dgm:prSet/>
      <dgm:spPr/>
      <dgm:t>
        <a:bodyPr/>
        <a:lstStyle/>
        <a:p>
          <a:endParaRPr lang="en-US"/>
        </a:p>
      </dgm:t>
    </dgm:pt>
    <dgm:pt modelId="{59A2814F-D898-43EA-839D-065A5A2C112A}" type="sibTrans" cxnId="{5268D721-FB38-47E2-B9ED-E165696A55C9}">
      <dgm:prSet/>
      <dgm:spPr/>
      <dgm:t>
        <a:bodyPr/>
        <a:lstStyle/>
        <a:p>
          <a:endParaRPr lang="en-US"/>
        </a:p>
      </dgm:t>
    </dgm:pt>
    <dgm:pt modelId="{11DC4D63-FF9D-46C7-9582-DA04B26AEA52}">
      <dgm:prSet/>
      <dgm:spPr/>
      <dgm:t>
        <a:bodyPr/>
        <a:lstStyle/>
        <a:p>
          <a:r>
            <a:rPr lang="en-IN"/>
            <a:t>Doctor Details</a:t>
          </a:r>
          <a:endParaRPr lang="en-US"/>
        </a:p>
      </dgm:t>
    </dgm:pt>
    <dgm:pt modelId="{E9DE375B-C0B5-410E-BE7F-BE93A0CAC37E}" type="parTrans" cxnId="{48C7F69C-177E-43AD-923E-8AD623FA349B}">
      <dgm:prSet/>
      <dgm:spPr/>
      <dgm:t>
        <a:bodyPr/>
        <a:lstStyle/>
        <a:p>
          <a:endParaRPr lang="en-US"/>
        </a:p>
      </dgm:t>
    </dgm:pt>
    <dgm:pt modelId="{2D65DDEC-4E1C-47A1-A452-C339106C3230}" type="sibTrans" cxnId="{48C7F69C-177E-43AD-923E-8AD623FA349B}">
      <dgm:prSet/>
      <dgm:spPr/>
      <dgm:t>
        <a:bodyPr/>
        <a:lstStyle/>
        <a:p>
          <a:endParaRPr lang="en-US"/>
        </a:p>
      </dgm:t>
    </dgm:pt>
    <dgm:pt modelId="{5D5B25AA-FC45-4EAE-A70B-513F1C339769}">
      <dgm:prSet/>
      <dgm:spPr/>
      <dgm:t>
        <a:bodyPr/>
        <a:lstStyle/>
        <a:p>
          <a:r>
            <a:rPr lang="en-IN" b="1" u="sng"/>
            <a:t>List</a:t>
          </a:r>
          <a:endParaRPr lang="en-US"/>
        </a:p>
      </dgm:t>
    </dgm:pt>
    <dgm:pt modelId="{B9A27D98-8A93-4675-9561-704D3A9511D7}" type="parTrans" cxnId="{15421519-4DD6-4F6D-8142-8EA61F3FDE03}">
      <dgm:prSet/>
      <dgm:spPr/>
      <dgm:t>
        <a:bodyPr/>
        <a:lstStyle/>
        <a:p>
          <a:endParaRPr lang="en-US"/>
        </a:p>
      </dgm:t>
    </dgm:pt>
    <dgm:pt modelId="{0DD194FD-14C6-4CB6-8469-D52E0FDEEDB6}" type="sibTrans" cxnId="{15421519-4DD6-4F6D-8142-8EA61F3FDE03}">
      <dgm:prSet/>
      <dgm:spPr/>
      <dgm:t>
        <a:bodyPr/>
        <a:lstStyle/>
        <a:p>
          <a:endParaRPr lang="en-US"/>
        </a:p>
      </dgm:t>
    </dgm:pt>
    <dgm:pt modelId="{1A82E624-1A96-4937-B806-2C05946430E4}">
      <dgm:prSet/>
      <dgm:spPr/>
      <dgm:t>
        <a:bodyPr/>
        <a:lstStyle/>
        <a:p>
          <a:r>
            <a:rPr lang="en-IN"/>
            <a:t>Used to store multiple medicines of a patient.</a:t>
          </a:r>
          <a:endParaRPr lang="en-US"/>
        </a:p>
      </dgm:t>
    </dgm:pt>
    <dgm:pt modelId="{457B344E-7BEB-4135-8293-924AE46CDD44}" type="parTrans" cxnId="{0198F9AA-937F-41BE-8991-D419E280B685}">
      <dgm:prSet/>
      <dgm:spPr/>
      <dgm:t>
        <a:bodyPr/>
        <a:lstStyle/>
        <a:p>
          <a:endParaRPr lang="en-US"/>
        </a:p>
      </dgm:t>
    </dgm:pt>
    <dgm:pt modelId="{269A9950-20F1-4217-96E0-2372E986E9DA}" type="sibTrans" cxnId="{0198F9AA-937F-41BE-8991-D419E280B685}">
      <dgm:prSet/>
      <dgm:spPr/>
      <dgm:t>
        <a:bodyPr/>
        <a:lstStyle/>
        <a:p>
          <a:endParaRPr lang="en-US"/>
        </a:p>
      </dgm:t>
    </dgm:pt>
    <dgm:pt modelId="{AAE3452A-3603-45B8-9BD0-FE0A32D484D9}">
      <dgm:prSet/>
      <dgm:spPr/>
      <dgm:t>
        <a:bodyPr/>
        <a:lstStyle/>
        <a:p>
          <a:r>
            <a:rPr lang="en-IN" b="1" u="sng"/>
            <a:t>OOP Concepts Used</a:t>
          </a:r>
          <a:endParaRPr lang="en-US"/>
        </a:p>
      </dgm:t>
    </dgm:pt>
    <dgm:pt modelId="{20EC7497-ADF3-4DD6-9512-5EEAEB386D4E}" type="parTrans" cxnId="{841A64ED-72F3-4225-B9DF-3EEA3F5BDF9F}">
      <dgm:prSet/>
      <dgm:spPr/>
      <dgm:t>
        <a:bodyPr/>
        <a:lstStyle/>
        <a:p>
          <a:endParaRPr lang="en-US"/>
        </a:p>
      </dgm:t>
    </dgm:pt>
    <dgm:pt modelId="{6D8EA307-10AC-47BC-943E-7FA256EDB4B9}" type="sibTrans" cxnId="{841A64ED-72F3-4225-B9DF-3EEA3F5BDF9F}">
      <dgm:prSet/>
      <dgm:spPr/>
      <dgm:t>
        <a:bodyPr/>
        <a:lstStyle/>
        <a:p>
          <a:endParaRPr lang="en-US"/>
        </a:p>
      </dgm:t>
    </dgm:pt>
    <dgm:pt modelId="{3715C923-BE23-440F-95FC-1CA38CE603F0}">
      <dgm:prSet/>
      <dgm:spPr/>
      <dgm:t>
        <a:bodyPr/>
        <a:lstStyle/>
        <a:p>
          <a:r>
            <a:rPr lang="en-IN" u="sng"/>
            <a:t>Encapsulation</a:t>
          </a:r>
          <a:endParaRPr lang="en-US"/>
        </a:p>
      </dgm:t>
    </dgm:pt>
    <dgm:pt modelId="{0E6A0586-B3F0-4E96-8E4F-DC4A8C98C609}" type="parTrans" cxnId="{538DD649-DFFE-424E-9038-7377CDEA0B04}">
      <dgm:prSet/>
      <dgm:spPr/>
      <dgm:t>
        <a:bodyPr/>
        <a:lstStyle/>
        <a:p>
          <a:endParaRPr lang="en-US"/>
        </a:p>
      </dgm:t>
    </dgm:pt>
    <dgm:pt modelId="{9649988D-4FCD-4924-B11B-4276CA6D844E}" type="sibTrans" cxnId="{538DD649-DFFE-424E-9038-7377CDEA0B04}">
      <dgm:prSet/>
      <dgm:spPr/>
      <dgm:t>
        <a:bodyPr/>
        <a:lstStyle/>
        <a:p>
          <a:endParaRPr lang="en-US"/>
        </a:p>
      </dgm:t>
    </dgm:pt>
    <dgm:pt modelId="{1D4A5275-C0F2-4AD7-9AE3-DA3FA5EC87AD}">
      <dgm:prSet/>
      <dgm:spPr/>
      <dgm:t>
        <a:bodyPr/>
        <a:lstStyle/>
        <a:p>
          <a:r>
            <a:rPr lang="en-IN"/>
            <a:t>Bill is stored as a private variable (__bill). </a:t>
          </a:r>
          <a:endParaRPr lang="en-US"/>
        </a:p>
      </dgm:t>
    </dgm:pt>
    <dgm:pt modelId="{0796CB12-97E3-49B6-8D1D-67D2E71CF15A}" type="parTrans" cxnId="{6D55DCD6-8434-4DD2-B3DF-92C5C530DFA0}">
      <dgm:prSet/>
      <dgm:spPr/>
      <dgm:t>
        <a:bodyPr/>
        <a:lstStyle/>
        <a:p>
          <a:endParaRPr lang="en-US"/>
        </a:p>
      </dgm:t>
    </dgm:pt>
    <dgm:pt modelId="{A64432FB-1526-4309-999B-6D5E740B33CF}" type="sibTrans" cxnId="{6D55DCD6-8434-4DD2-B3DF-92C5C530DFA0}">
      <dgm:prSet/>
      <dgm:spPr/>
      <dgm:t>
        <a:bodyPr/>
        <a:lstStyle/>
        <a:p>
          <a:endParaRPr lang="en-US"/>
        </a:p>
      </dgm:t>
    </dgm:pt>
    <dgm:pt modelId="{B9A7B4FD-FB95-41A1-9190-5D8303F4F7DB}">
      <dgm:prSet/>
      <dgm:spPr/>
      <dgm:t>
        <a:bodyPr/>
        <a:lstStyle/>
        <a:p>
          <a:r>
            <a:rPr lang="en-IN" u="sng"/>
            <a:t>Abstraction</a:t>
          </a:r>
          <a:endParaRPr lang="en-US"/>
        </a:p>
      </dgm:t>
    </dgm:pt>
    <dgm:pt modelId="{48DBE7D2-B54A-4B79-9B11-A5023E05CCEE}" type="parTrans" cxnId="{8FA0747B-641E-4652-9508-D1D5D052782D}">
      <dgm:prSet/>
      <dgm:spPr/>
      <dgm:t>
        <a:bodyPr/>
        <a:lstStyle/>
        <a:p>
          <a:endParaRPr lang="en-US"/>
        </a:p>
      </dgm:t>
    </dgm:pt>
    <dgm:pt modelId="{43587088-0B8C-465A-84FC-92ABE5308464}" type="sibTrans" cxnId="{8FA0747B-641E-4652-9508-D1D5D052782D}">
      <dgm:prSet/>
      <dgm:spPr/>
      <dgm:t>
        <a:bodyPr/>
        <a:lstStyle/>
        <a:p>
          <a:endParaRPr lang="en-US"/>
        </a:p>
      </dgm:t>
    </dgm:pt>
    <dgm:pt modelId="{C4D26A80-EEEF-4E04-9A0B-74EB75234DCB}">
      <dgm:prSet/>
      <dgm:spPr/>
      <dgm:t>
        <a:bodyPr/>
        <a:lstStyle/>
        <a:p>
          <a:r>
            <a:rPr lang="en-IN"/>
            <a:t>Hospital is an abstract class. </a:t>
          </a:r>
          <a:endParaRPr lang="en-US"/>
        </a:p>
      </dgm:t>
    </dgm:pt>
    <dgm:pt modelId="{77DCD94D-4F69-49ED-8FCC-8A3C02A55B7A}" type="parTrans" cxnId="{F41745F7-7679-49DD-837C-6E6714DFC39C}">
      <dgm:prSet/>
      <dgm:spPr/>
      <dgm:t>
        <a:bodyPr/>
        <a:lstStyle/>
        <a:p>
          <a:endParaRPr lang="en-US"/>
        </a:p>
      </dgm:t>
    </dgm:pt>
    <dgm:pt modelId="{E9B9CBCD-BFE6-4D44-B562-0D1F302A5120}" type="sibTrans" cxnId="{F41745F7-7679-49DD-837C-6E6714DFC39C}">
      <dgm:prSet/>
      <dgm:spPr/>
      <dgm:t>
        <a:bodyPr/>
        <a:lstStyle/>
        <a:p>
          <a:endParaRPr lang="en-US"/>
        </a:p>
      </dgm:t>
    </dgm:pt>
    <dgm:pt modelId="{F9B6D011-1207-46AB-950F-78C819BF15C3}">
      <dgm:prSet/>
      <dgm:spPr/>
      <dgm:t>
        <a:bodyPr/>
        <a:lstStyle/>
        <a:p>
          <a:r>
            <a:rPr lang="en-IN"/>
            <a:t>call_bill() is an abstract method. </a:t>
          </a:r>
          <a:endParaRPr lang="en-US"/>
        </a:p>
      </dgm:t>
    </dgm:pt>
    <dgm:pt modelId="{71009031-B6FD-4006-96C6-AF28B230C9D8}" type="parTrans" cxnId="{07D0E637-1677-47BA-8032-1CBDB8A9612B}">
      <dgm:prSet/>
      <dgm:spPr/>
      <dgm:t>
        <a:bodyPr/>
        <a:lstStyle/>
        <a:p>
          <a:endParaRPr lang="en-US"/>
        </a:p>
      </dgm:t>
    </dgm:pt>
    <dgm:pt modelId="{2EB0F6AC-7CEB-48A8-9C90-08736F436B09}" type="sibTrans" cxnId="{07D0E637-1677-47BA-8032-1CBDB8A9612B}">
      <dgm:prSet/>
      <dgm:spPr/>
      <dgm:t>
        <a:bodyPr/>
        <a:lstStyle/>
        <a:p>
          <a:endParaRPr lang="en-US"/>
        </a:p>
      </dgm:t>
    </dgm:pt>
    <dgm:pt modelId="{462718E2-2485-4E75-8904-FB7289B3BDB2}">
      <dgm:prSet/>
      <dgm:spPr/>
      <dgm:t>
        <a:bodyPr/>
        <a:lstStyle/>
        <a:p>
          <a:r>
            <a:rPr lang="en-IN" u="sng"/>
            <a:t>Inheritance</a:t>
          </a:r>
          <a:endParaRPr lang="en-US"/>
        </a:p>
      </dgm:t>
    </dgm:pt>
    <dgm:pt modelId="{7C10694D-691D-4DDC-9224-1C3C1081FDC4}" type="parTrans" cxnId="{99063ADD-FBF5-4708-9AF8-4CFCB71CF4F3}">
      <dgm:prSet/>
      <dgm:spPr/>
      <dgm:t>
        <a:bodyPr/>
        <a:lstStyle/>
        <a:p>
          <a:endParaRPr lang="en-US"/>
        </a:p>
      </dgm:t>
    </dgm:pt>
    <dgm:pt modelId="{5EE549F7-C877-40CA-9961-1A7D0F6F390C}" type="sibTrans" cxnId="{99063ADD-FBF5-4708-9AF8-4CFCB71CF4F3}">
      <dgm:prSet/>
      <dgm:spPr/>
      <dgm:t>
        <a:bodyPr/>
        <a:lstStyle/>
        <a:p>
          <a:endParaRPr lang="en-US"/>
        </a:p>
      </dgm:t>
    </dgm:pt>
    <dgm:pt modelId="{FEEEFE1A-5EA4-4891-B21F-9DA97C851256}">
      <dgm:prSet/>
      <dgm:spPr/>
      <dgm:t>
        <a:bodyPr/>
        <a:lstStyle/>
        <a:p>
          <a:r>
            <a:rPr lang="en-IN"/>
            <a:t>GeneralHospital </a:t>
          </a:r>
          <a:endParaRPr lang="en-US"/>
        </a:p>
      </dgm:t>
    </dgm:pt>
    <dgm:pt modelId="{FBC691E0-D389-40FC-BAD0-6FF74BC3D301}" type="parTrans" cxnId="{677E9E55-E639-415F-8ADE-CCEFE6EBF67A}">
      <dgm:prSet/>
      <dgm:spPr/>
      <dgm:t>
        <a:bodyPr/>
        <a:lstStyle/>
        <a:p>
          <a:endParaRPr lang="en-US"/>
        </a:p>
      </dgm:t>
    </dgm:pt>
    <dgm:pt modelId="{435657F3-2B1C-48D8-A5EF-0B43CACA3144}" type="sibTrans" cxnId="{677E9E55-E639-415F-8ADE-CCEFE6EBF67A}">
      <dgm:prSet/>
      <dgm:spPr/>
      <dgm:t>
        <a:bodyPr/>
        <a:lstStyle/>
        <a:p>
          <a:endParaRPr lang="en-US"/>
        </a:p>
      </dgm:t>
    </dgm:pt>
    <dgm:pt modelId="{32DE6D53-569F-4CC8-BEC0-5F29A32166F1}">
      <dgm:prSet/>
      <dgm:spPr/>
      <dgm:t>
        <a:bodyPr/>
        <a:lstStyle/>
        <a:p>
          <a:r>
            <a:rPr lang="en-IN"/>
            <a:t>PrivateHospital </a:t>
          </a:r>
          <a:endParaRPr lang="en-US"/>
        </a:p>
      </dgm:t>
    </dgm:pt>
    <dgm:pt modelId="{1E098544-089B-406B-B169-BD8D700A00D5}" type="parTrans" cxnId="{AFA0FA07-38B2-489D-A42F-312F8753D9EA}">
      <dgm:prSet/>
      <dgm:spPr/>
      <dgm:t>
        <a:bodyPr/>
        <a:lstStyle/>
        <a:p>
          <a:endParaRPr lang="en-US"/>
        </a:p>
      </dgm:t>
    </dgm:pt>
    <dgm:pt modelId="{F649BEDF-C07D-4099-BF85-C18C97E0E5F3}" type="sibTrans" cxnId="{AFA0FA07-38B2-489D-A42F-312F8753D9EA}">
      <dgm:prSet/>
      <dgm:spPr/>
      <dgm:t>
        <a:bodyPr/>
        <a:lstStyle/>
        <a:p>
          <a:endParaRPr lang="en-US"/>
        </a:p>
      </dgm:t>
    </dgm:pt>
    <dgm:pt modelId="{A411049F-6CE0-413D-A9FF-66CB28877F21}">
      <dgm:prSet/>
      <dgm:spPr/>
      <dgm:t>
        <a:bodyPr/>
        <a:lstStyle/>
        <a:p>
          <a:r>
            <a:rPr lang="en-IN"/>
            <a:t>inherit from Hospital.</a:t>
          </a:r>
          <a:endParaRPr lang="en-US"/>
        </a:p>
      </dgm:t>
    </dgm:pt>
    <dgm:pt modelId="{42676263-29A9-4F3B-9C24-CE4453A2683B}" type="parTrans" cxnId="{90E802ED-F70A-4721-A03F-41699556215D}">
      <dgm:prSet/>
      <dgm:spPr/>
      <dgm:t>
        <a:bodyPr/>
        <a:lstStyle/>
        <a:p>
          <a:endParaRPr lang="en-US"/>
        </a:p>
      </dgm:t>
    </dgm:pt>
    <dgm:pt modelId="{BC11CE01-F38F-4D66-B7D0-8BED3D620CE6}" type="sibTrans" cxnId="{90E802ED-F70A-4721-A03F-41699556215D}">
      <dgm:prSet/>
      <dgm:spPr/>
      <dgm:t>
        <a:bodyPr/>
        <a:lstStyle/>
        <a:p>
          <a:endParaRPr lang="en-US"/>
        </a:p>
      </dgm:t>
    </dgm:pt>
    <dgm:pt modelId="{83036C51-0923-4646-863B-5278ED5B3D7C}">
      <dgm:prSet/>
      <dgm:spPr/>
      <dgm:t>
        <a:bodyPr/>
        <a:lstStyle/>
        <a:p>
          <a:r>
            <a:rPr lang="en-IN" u="sng"/>
            <a:t>Polymorphism</a:t>
          </a:r>
          <a:endParaRPr lang="en-US"/>
        </a:p>
      </dgm:t>
    </dgm:pt>
    <dgm:pt modelId="{BDA79629-8A11-4D12-8321-18BAFAF417CC}" type="parTrans" cxnId="{E44FFD1C-31B7-4072-9493-F19E96581077}">
      <dgm:prSet/>
      <dgm:spPr/>
      <dgm:t>
        <a:bodyPr/>
        <a:lstStyle/>
        <a:p>
          <a:endParaRPr lang="en-US"/>
        </a:p>
      </dgm:t>
    </dgm:pt>
    <dgm:pt modelId="{991A7AA5-58D1-4C41-A46D-F3251CDC3B1E}" type="sibTrans" cxnId="{E44FFD1C-31B7-4072-9493-F19E96581077}">
      <dgm:prSet/>
      <dgm:spPr/>
      <dgm:t>
        <a:bodyPr/>
        <a:lstStyle/>
        <a:p>
          <a:endParaRPr lang="en-US"/>
        </a:p>
      </dgm:t>
    </dgm:pt>
    <dgm:pt modelId="{C73FC625-74B2-486E-BC1C-D9BDBC0660FA}">
      <dgm:prSet/>
      <dgm:spPr/>
      <dgm:t>
        <a:bodyPr/>
        <a:lstStyle/>
        <a:p>
          <a:r>
            <a:rPr lang="en-IN"/>
            <a:t>Both hospitals implement call_bill() differently.</a:t>
          </a:r>
          <a:endParaRPr lang="en-US"/>
        </a:p>
      </dgm:t>
    </dgm:pt>
    <dgm:pt modelId="{634C18CF-8502-490B-937D-6FF344710B5A}" type="parTrans" cxnId="{1F1332B0-7559-4ED0-9178-B5208C74224F}">
      <dgm:prSet/>
      <dgm:spPr/>
      <dgm:t>
        <a:bodyPr/>
        <a:lstStyle/>
        <a:p>
          <a:endParaRPr lang="en-US"/>
        </a:p>
      </dgm:t>
    </dgm:pt>
    <dgm:pt modelId="{594CCB2C-340B-462B-A708-0730AE21E0ED}" type="sibTrans" cxnId="{1F1332B0-7559-4ED0-9178-B5208C74224F}">
      <dgm:prSet/>
      <dgm:spPr/>
      <dgm:t>
        <a:bodyPr/>
        <a:lstStyle/>
        <a:p>
          <a:endParaRPr lang="en-US"/>
        </a:p>
      </dgm:t>
    </dgm:pt>
    <dgm:pt modelId="{A5103552-FF22-4A18-94F6-B88B8BBF1CBC}" type="pres">
      <dgm:prSet presAssocID="{7A0DDA68-5E5E-44C7-A037-742B8315A303}" presName="diagram" presStyleCnt="0">
        <dgm:presLayoutVars>
          <dgm:dir/>
          <dgm:resizeHandles val="exact"/>
        </dgm:presLayoutVars>
      </dgm:prSet>
      <dgm:spPr/>
    </dgm:pt>
    <dgm:pt modelId="{DCA61CE1-C87F-4B5D-BB77-209A99102AD8}" type="pres">
      <dgm:prSet presAssocID="{D8FF3053-F537-416F-9B18-BEF1311A4649}" presName="node" presStyleLbl="node1" presStyleIdx="0" presStyleCnt="19">
        <dgm:presLayoutVars>
          <dgm:bulletEnabled val="1"/>
        </dgm:presLayoutVars>
      </dgm:prSet>
      <dgm:spPr/>
    </dgm:pt>
    <dgm:pt modelId="{FCB0FE77-A895-4382-B661-AC774E06DDFE}" type="pres">
      <dgm:prSet presAssocID="{3F5AD914-3BB4-4892-93B5-A260FCE021E1}" presName="sibTrans" presStyleCnt="0"/>
      <dgm:spPr/>
    </dgm:pt>
    <dgm:pt modelId="{BC52BD28-2D89-47C1-B06F-C94CAC37A725}" type="pres">
      <dgm:prSet presAssocID="{32E4D2CB-90C1-42CD-9735-FD2DABF7E7EE}" presName="node" presStyleLbl="node1" presStyleIdx="1" presStyleCnt="19">
        <dgm:presLayoutVars>
          <dgm:bulletEnabled val="1"/>
        </dgm:presLayoutVars>
      </dgm:prSet>
      <dgm:spPr/>
    </dgm:pt>
    <dgm:pt modelId="{F2989AAC-FA1F-4A4D-89C3-0CE7D90638DB}" type="pres">
      <dgm:prSet presAssocID="{01241E97-94EA-46CE-A083-92ACD0EC294B}" presName="sibTrans" presStyleCnt="0"/>
      <dgm:spPr/>
    </dgm:pt>
    <dgm:pt modelId="{3288DFD3-09FB-4CAD-A359-BBB1A1EF5011}" type="pres">
      <dgm:prSet presAssocID="{23ECD0AA-E1D2-4CC2-9A8A-413C1AB4CEE9}" presName="node" presStyleLbl="node1" presStyleIdx="2" presStyleCnt="19">
        <dgm:presLayoutVars>
          <dgm:bulletEnabled val="1"/>
        </dgm:presLayoutVars>
      </dgm:prSet>
      <dgm:spPr/>
    </dgm:pt>
    <dgm:pt modelId="{0F865932-6032-4F1C-8AB8-32771F1B9E9C}" type="pres">
      <dgm:prSet presAssocID="{92FAA29C-557D-465A-8E1C-9B2EFF4159A3}" presName="sibTrans" presStyleCnt="0"/>
      <dgm:spPr/>
    </dgm:pt>
    <dgm:pt modelId="{0C641CA6-2E8B-411D-B8EE-CBB8BE34ADC8}" type="pres">
      <dgm:prSet presAssocID="{3E40A4FF-5C03-4867-B86B-57F18C3B4574}" presName="node" presStyleLbl="node1" presStyleIdx="3" presStyleCnt="19">
        <dgm:presLayoutVars>
          <dgm:bulletEnabled val="1"/>
        </dgm:presLayoutVars>
      </dgm:prSet>
      <dgm:spPr/>
    </dgm:pt>
    <dgm:pt modelId="{4046C1C8-86D9-43A6-ABF5-2CAEA5A5C637}" type="pres">
      <dgm:prSet presAssocID="{59A2814F-D898-43EA-839D-065A5A2C112A}" presName="sibTrans" presStyleCnt="0"/>
      <dgm:spPr/>
    </dgm:pt>
    <dgm:pt modelId="{DAA859BD-92B6-40F7-86D2-44EAE9114DFF}" type="pres">
      <dgm:prSet presAssocID="{11DC4D63-FF9D-46C7-9582-DA04B26AEA52}" presName="node" presStyleLbl="node1" presStyleIdx="4" presStyleCnt="19">
        <dgm:presLayoutVars>
          <dgm:bulletEnabled val="1"/>
        </dgm:presLayoutVars>
      </dgm:prSet>
      <dgm:spPr/>
    </dgm:pt>
    <dgm:pt modelId="{082705EB-4BD4-4033-B2D8-9FEA43647B44}" type="pres">
      <dgm:prSet presAssocID="{2D65DDEC-4E1C-47A1-A452-C339106C3230}" presName="sibTrans" presStyleCnt="0"/>
      <dgm:spPr/>
    </dgm:pt>
    <dgm:pt modelId="{04BA1C46-3B8A-4E72-AF89-3FAE6DAE9990}" type="pres">
      <dgm:prSet presAssocID="{5D5B25AA-FC45-4EAE-A70B-513F1C339769}" presName="node" presStyleLbl="node1" presStyleIdx="5" presStyleCnt="19">
        <dgm:presLayoutVars>
          <dgm:bulletEnabled val="1"/>
        </dgm:presLayoutVars>
      </dgm:prSet>
      <dgm:spPr/>
    </dgm:pt>
    <dgm:pt modelId="{260D83A6-C221-4958-981D-0A5898366DB6}" type="pres">
      <dgm:prSet presAssocID="{0DD194FD-14C6-4CB6-8469-D52E0FDEEDB6}" presName="sibTrans" presStyleCnt="0"/>
      <dgm:spPr/>
    </dgm:pt>
    <dgm:pt modelId="{01364293-A3B1-4D76-ABD5-EFDFE92A3204}" type="pres">
      <dgm:prSet presAssocID="{1A82E624-1A96-4937-B806-2C05946430E4}" presName="node" presStyleLbl="node1" presStyleIdx="6" presStyleCnt="19">
        <dgm:presLayoutVars>
          <dgm:bulletEnabled val="1"/>
        </dgm:presLayoutVars>
      </dgm:prSet>
      <dgm:spPr/>
    </dgm:pt>
    <dgm:pt modelId="{F2979EC0-6BB0-4064-B588-5DDA83C0E6C0}" type="pres">
      <dgm:prSet presAssocID="{269A9950-20F1-4217-96E0-2372E986E9DA}" presName="sibTrans" presStyleCnt="0"/>
      <dgm:spPr/>
    </dgm:pt>
    <dgm:pt modelId="{B85EDB30-A650-4F11-84BE-0FAB935DC50E}" type="pres">
      <dgm:prSet presAssocID="{AAE3452A-3603-45B8-9BD0-FE0A32D484D9}" presName="node" presStyleLbl="node1" presStyleIdx="7" presStyleCnt="19">
        <dgm:presLayoutVars>
          <dgm:bulletEnabled val="1"/>
        </dgm:presLayoutVars>
      </dgm:prSet>
      <dgm:spPr/>
    </dgm:pt>
    <dgm:pt modelId="{C1589926-2247-4478-AD42-688D571DD835}" type="pres">
      <dgm:prSet presAssocID="{6D8EA307-10AC-47BC-943E-7FA256EDB4B9}" presName="sibTrans" presStyleCnt="0"/>
      <dgm:spPr/>
    </dgm:pt>
    <dgm:pt modelId="{90A63CFA-1E8C-4F7B-8F07-1D9FC3196497}" type="pres">
      <dgm:prSet presAssocID="{3715C923-BE23-440F-95FC-1CA38CE603F0}" presName="node" presStyleLbl="node1" presStyleIdx="8" presStyleCnt="19">
        <dgm:presLayoutVars>
          <dgm:bulletEnabled val="1"/>
        </dgm:presLayoutVars>
      </dgm:prSet>
      <dgm:spPr/>
    </dgm:pt>
    <dgm:pt modelId="{C047F6D0-5213-4A4C-B78D-7F4EFFC14B55}" type="pres">
      <dgm:prSet presAssocID="{9649988D-4FCD-4924-B11B-4276CA6D844E}" presName="sibTrans" presStyleCnt="0"/>
      <dgm:spPr/>
    </dgm:pt>
    <dgm:pt modelId="{8DF60B63-35B5-49B7-8765-521BECB8FCFD}" type="pres">
      <dgm:prSet presAssocID="{1D4A5275-C0F2-4AD7-9AE3-DA3FA5EC87AD}" presName="node" presStyleLbl="node1" presStyleIdx="9" presStyleCnt="19">
        <dgm:presLayoutVars>
          <dgm:bulletEnabled val="1"/>
        </dgm:presLayoutVars>
      </dgm:prSet>
      <dgm:spPr/>
    </dgm:pt>
    <dgm:pt modelId="{78CB2A8B-53A5-4679-A1B4-7ED9A2C3D4B1}" type="pres">
      <dgm:prSet presAssocID="{A64432FB-1526-4309-999B-6D5E740B33CF}" presName="sibTrans" presStyleCnt="0"/>
      <dgm:spPr/>
    </dgm:pt>
    <dgm:pt modelId="{0087A9A3-1A7F-41A1-BF1F-F09EFEEC4F03}" type="pres">
      <dgm:prSet presAssocID="{B9A7B4FD-FB95-41A1-9190-5D8303F4F7DB}" presName="node" presStyleLbl="node1" presStyleIdx="10" presStyleCnt="19">
        <dgm:presLayoutVars>
          <dgm:bulletEnabled val="1"/>
        </dgm:presLayoutVars>
      </dgm:prSet>
      <dgm:spPr/>
    </dgm:pt>
    <dgm:pt modelId="{967DDE99-98E0-4440-824A-781D4D5C7FE5}" type="pres">
      <dgm:prSet presAssocID="{43587088-0B8C-465A-84FC-92ABE5308464}" presName="sibTrans" presStyleCnt="0"/>
      <dgm:spPr/>
    </dgm:pt>
    <dgm:pt modelId="{F62E9854-B5AD-46EE-896A-11A18B9E9D3C}" type="pres">
      <dgm:prSet presAssocID="{C4D26A80-EEEF-4E04-9A0B-74EB75234DCB}" presName="node" presStyleLbl="node1" presStyleIdx="11" presStyleCnt="19">
        <dgm:presLayoutVars>
          <dgm:bulletEnabled val="1"/>
        </dgm:presLayoutVars>
      </dgm:prSet>
      <dgm:spPr/>
    </dgm:pt>
    <dgm:pt modelId="{FB40CD09-8D44-4D78-BF69-762906251556}" type="pres">
      <dgm:prSet presAssocID="{E9B9CBCD-BFE6-4D44-B562-0D1F302A5120}" presName="sibTrans" presStyleCnt="0"/>
      <dgm:spPr/>
    </dgm:pt>
    <dgm:pt modelId="{79F343D2-8B72-43FE-82B4-8B1F4693B7A1}" type="pres">
      <dgm:prSet presAssocID="{F9B6D011-1207-46AB-950F-78C819BF15C3}" presName="node" presStyleLbl="node1" presStyleIdx="12" presStyleCnt="19">
        <dgm:presLayoutVars>
          <dgm:bulletEnabled val="1"/>
        </dgm:presLayoutVars>
      </dgm:prSet>
      <dgm:spPr/>
    </dgm:pt>
    <dgm:pt modelId="{D87A8516-9E11-4E2E-B029-8C6B34E3A108}" type="pres">
      <dgm:prSet presAssocID="{2EB0F6AC-7CEB-48A8-9C90-08736F436B09}" presName="sibTrans" presStyleCnt="0"/>
      <dgm:spPr/>
    </dgm:pt>
    <dgm:pt modelId="{1EEA03EB-6D9B-47EE-9626-BFDD86D05074}" type="pres">
      <dgm:prSet presAssocID="{462718E2-2485-4E75-8904-FB7289B3BDB2}" presName="node" presStyleLbl="node1" presStyleIdx="13" presStyleCnt="19">
        <dgm:presLayoutVars>
          <dgm:bulletEnabled val="1"/>
        </dgm:presLayoutVars>
      </dgm:prSet>
      <dgm:spPr/>
    </dgm:pt>
    <dgm:pt modelId="{DB0296CD-4597-4296-BD8D-FA57D63ECD34}" type="pres">
      <dgm:prSet presAssocID="{5EE549F7-C877-40CA-9961-1A7D0F6F390C}" presName="sibTrans" presStyleCnt="0"/>
      <dgm:spPr/>
    </dgm:pt>
    <dgm:pt modelId="{632A7324-661A-4261-B270-62078C14EC40}" type="pres">
      <dgm:prSet presAssocID="{FEEEFE1A-5EA4-4891-B21F-9DA97C851256}" presName="node" presStyleLbl="node1" presStyleIdx="14" presStyleCnt="19">
        <dgm:presLayoutVars>
          <dgm:bulletEnabled val="1"/>
        </dgm:presLayoutVars>
      </dgm:prSet>
      <dgm:spPr/>
    </dgm:pt>
    <dgm:pt modelId="{BA0C1C0F-EBC6-4F19-95B3-7C2B1CEEB166}" type="pres">
      <dgm:prSet presAssocID="{435657F3-2B1C-48D8-A5EF-0B43CACA3144}" presName="sibTrans" presStyleCnt="0"/>
      <dgm:spPr/>
    </dgm:pt>
    <dgm:pt modelId="{80C3984E-E310-4B9F-80DD-B4FAF908FF70}" type="pres">
      <dgm:prSet presAssocID="{32DE6D53-569F-4CC8-BEC0-5F29A32166F1}" presName="node" presStyleLbl="node1" presStyleIdx="15" presStyleCnt="19">
        <dgm:presLayoutVars>
          <dgm:bulletEnabled val="1"/>
        </dgm:presLayoutVars>
      </dgm:prSet>
      <dgm:spPr/>
    </dgm:pt>
    <dgm:pt modelId="{3B4F73A1-FF5D-4213-8B82-CEB07DFC523C}" type="pres">
      <dgm:prSet presAssocID="{F649BEDF-C07D-4099-BF85-C18C97E0E5F3}" presName="sibTrans" presStyleCnt="0"/>
      <dgm:spPr/>
    </dgm:pt>
    <dgm:pt modelId="{C3A18E78-A258-4505-9326-C7D484F2876B}" type="pres">
      <dgm:prSet presAssocID="{A411049F-6CE0-413D-A9FF-66CB28877F21}" presName="node" presStyleLbl="node1" presStyleIdx="16" presStyleCnt="19">
        <dgm:presLayoutVars>
          <dgm:bulletEnabled val="1"/>
        </dgm:presLayoutVars>
      </dgm:prSet>
      <dgm:spPr/>
    </dgm:pt>
    <dgm:pt modelId="{31E6A6E3-A0EB-4E19-9C58-CA4CB08D0353}" type="pres">
      <dgm:prSet presAssocID="{BC11CE01-F38F-4D66-B7D0-8BED3D620CE6}" presName="sibTrans" presStyleCnt="0"/>
      <dgm:spPr/>
    </dgm:pt>
    <dgm:pt modelId="{B3AF1B2B-6CF9-48BB-BEA8-12EC6E32CF3E}" type="pres">
      <dgm:prSet presAssocID="{83036C51-0923-4646-863B-5278ED5B3D7C}" presName="node" presStyleLbl="node1" presStyleIdx="17" presStyleCnt="19">
        <dgm:presLayoutVars>
          <dgm:bulletEnabled val="1"/>
        </dgm:presLayoutVars>
      </dgm:prSet>
      <dgm:spPr/>
    </dgm:pt>
    <dgm:pt modelId="{74802BA6-FA0D-4D2F-A978-1369A711F9A6}" type="pres">
      <dgm:prSet presAssocID="{991A7AA5-58D1-4C41-A46D-F3251CDC3B1E}" presName="sibTrans" presStyleCnt="0"/>
      <dgm:spPr/>
    </dgm:pt>
    <dgm:pt modelId="{C4BA5510-ACD3-458C-9A7A-D091DAE1434B}" type="pres">
      <dgm:prSet presAssocID="{C73FC625-74B2-486E-BC1C-D9BDBC0660FA}" presName="node" presStyleLbl="node1" presStyleIdx="18" presStyleCnt="19">
        <dgm:presLayoutVars>
          <dgm:bulletEnabled val="1"/>
        </dgm:presLayoutVars>
      </dgm:prSet>
      <dgm:spPr/>
    </dgm:pt>
  </dgm:ptLst>
  <dgm:cxnLst>
    <dgm:cxn modelId="{AFA0FA07-38B2-489D-A42F-312F8753D9EA}" srcId="{7A0DDA68-5E5E-44C7-A037-742B8315A303}" destId="{32DE6D53-569F-4CC8-BEC0-5F29A32166F1}" srcOrd="15" destOrd="0" parTransId="{1E098544-089B-406B-B169-BD8D700A00D5}" sibTransId="{F649BEDF-C07D-4099-BF85-C18C97E0E5F3}"/>
    <dgm:cxn modelId="{D3B10A0F-6C6E-4CC8-AE71-DDF78D113120}" type="presOf" srcId="{11DC4D63-FF9D-46C7-9582-DA04B26AEA52}" destId="{DAA859BD-92B6-40F7-86D2-44EAE9114DFF}" srcOrd="0" destOrd="0" presId="urn:microsoft.com/office/officeart/2005/8/layout/default"/>
    <dgm:cxn modelId="{8C290610-00FB-4AB5-90F5-A1ED3A0DAA88}" type="presOf" srcId="{C73FC625-74B2-486E-BC1C-D9BDBC0660FA}" destId="{C4BA5510-ACD3-458C-9A7A-D091DAE1434B}" srcOrd="0" destOrd="0" presId="urn:microsoft.com/office/officeart/2005/8/layout/default"/>
    <dgm:cxn modelId="{15421519-4DD6-4F6D-8142-8EA61F3FDE03}" srcId="{7A0DDA68-5E5E-44C7-A037-742B8315A303}" destId="{5D5B25AA-FC45-4EAE-A70B-513F1C339769}" srcOrd="5" destOrd="0" parTransId="{B9A27D98-8A93-4675-9561-704D3A9511D7}" sibTransId="{0DD194FD-14C6-4CB6-8469-D52E0FDEEDB6}"/>
    <dgm:cxn modelId="{E44FFD1C-31B7-4072-9493-F19E96581077}" srcId="{7A0DDA68-5E5E-44C7-A037-742B8315A303}" destId="{83036C51-0923-4646-863B-5278ED5B3D7C}" srcOrd="17" destOrd="0" parTransId="{BDA79629-8A11-4D12-8321-18BAFAF417CC}" sibTransId="{991A7AA5-58D1-4C41-A46D-F3251CDC3B1E}"/>
    <dgm:cxn modelId="{5268D721-FB38-47E2-B9ED-E165696A55C9}" srcId="{7A0DDA68-5E5E-44C7-A037-742B8315A303}" destId="{3E40A4FF-5C03-4867-B86B-57F18C3B4574}" srcOrd="3" destOrd="0" parTransId="{D8FDD8E2-13AF-4708-A1E4-F96218A35732}" sibTransId="{59A2814F-D898-43EA-839D-065A5A2C112A}"/>
    <dgm:cxn modelId="{50E5E02E-742E-4428-BA22-4D7F69157E72}" type="presOf" srcId="{23ECD0AA-E1D2-4CC2-9A8A-413C1AB4CEE9}" destId="{3288DFD3-09FB-4CAD-A359-BBB1A1EF5011}" srcOrd="0" destOrd="0" presId="urn:microsoft.com/office/officeart/2005/8/layout/default"/>
    <dgm:cxn modelId="{44788130-E636-4C70-992A-196A216B4CA7}" type="presOf" srcId="{1A82E624-1A96-4937-B806-2C05946430E4}" destId="{01364293-A3B1-4D76-ABD5-EFDFE92A3204}" srcOrd="0" destOrd="0" presId="urn:microsoft.com/office/officeart/2005/8/layout/default"/>
    <dgm:cxn modelId="{1A073C35-CA65-4AE2-BEFC-D8224240C86F}" type="presOf" srcId="{D8FF3053-F537-416F-9B18-BEF1311A4649}" destId="{DCA61CE1-C87F-4B5D-BB77-209A99102AD8}" srcOrd="0" destOrd="0" presId="urn:microsoft.com/office/officeart/2005/8/layout/default"/>
    <dgm:cxn modelId="{07D0E637-1677-47BA-8032-1CBDB8A9612B}" srcId="{7A0DDA68-5E5E-44C7-A037-742B8315A303}" destId="{F9B6D011-1207-46AB-950F-78C819BF15C3}" srcOrd="12" destOrd="0" parTransId="{71009031-B6FD-4006-96C6-AF28B230C9D8}" sibTransId="{2EB0F6AC-7CEB-48A8-9C90-08736F436B09}"/>
    <dgm:cxn modelId="{538DD649-DFFE-424E-9038-7377CDEA0B04}" srcId="{7A0DDA68-5E5E-44C7-A037-742B8315A303}" destId="{3715C923-BE23-440F-95FC-1CA38CE603F0}" srcOrd="8" destOrd="0" parTransId="{0E6A0586-B3F0-4E96-8E4F-DC4A8C98C609}" sibTransId="{9649988D-4FCD-4924-B11B-4276CA6D844E}"/>
    <dgm:cxn modelId="{EC24CF70-D58C-44B3-A0EB-A38071B6D91C}" type="presOf" srcId="{5D5B25AA-FC45-4EAE-A70B-513F1C339769}" destId="{04BA1C46-3B8A-4E72-AF89-3FAE6DAE9990}" srcOrd="0" destOrd="0" presId="urn:microsoft.com/office/officeart/2005/8/layout/default"/>
    <dgm:cxn modelId="{D1FE5772-59CD-45AD-96C0-E15C58C1D60F}" type="presOf" srcId="{32DE6D53-569F-4CC8-BEC0-5F29A32166F1}" destId="{80C3984E-E310-4B9F-80DD-B4FAF908FF70}" srcOrd="0" destOrd="0" presId="urn:microsoft.com/office/officeart/2005/8/layout/default"/>
    <dgm:cxn modelId="{7D830B74-9D80-4D7D-B464-A9E833EF59C4}" srcId="{7A0DDA68-5E5E-44C7-A037-742B8315A303}" destId="{32E4D2CB-90C1-42CD-9735-FD2DABF7E7EE}" srcOrd="1" destOrd="0" parTransId="{924BFF11-6B08-492F-BD36-19978A4F3445}" sibTransId="{01241E97-94EA-46CE-A083-92ACD0EC294B}"/>
    <dgm:cxn modelId="{677E9E55-E639-415F-8ADE-CCEFE6EBF67A}" srcId="{7A0DDA68-5E5E-44C7-A037-742B8315A303}" destId="{FEEEFE1A-5EA4-4891-B21F-9DA97C851256}" srcOrd="14" destOrd="0" parTransId="{FBC691E0-D389-40FC-BAD0-6FF74BC3D301}" sibTransId="{435657F3-2B1C-48D8-A5EF-0B43CACA3144}"/>
    <dgm:cxn modelId="{255D397A-5112-4419-866A-FDA8CFBFC07E}" type="presOf" srcId="{A411049F-6CE0-413D-A9FF-66CB28877F21}" destId="{C3A18E78-A258-4505-9326-C7D484F2876B}" srcOrd="0" destOrd="0" presId="urn:microsoft.com/office/officeart/2005/8/layout/default"/>
    <dgm:cxn modelId="{904DC47A-7E24-4FF2-9328-AB6CD557A496}" type="presOf" srcId="{3715C923-BE23-440F-95FC-1CA38CE603F0}" destId="{90A63CFA-1E8C-4F7B-8F07-1D9FC3196497}" srcOrd="0" destOrd="0" presId="urn:microsoft.com/office/officeart/2005/8/layout/default"/>
    <dgm:cxn modelId="{8FA0747B-641E-4652-9508-D1D5D052782D}" srcId="{7A0DDA68-5E5E-44C7-A037-742B8315A303}" destId="{B9A7B4FD-FB95-41A1-9190-5D8303F4F7DB}" srcOrd="10" destOrd="0" parTransId="{48DBE7D2-B54A-4B79-9B11-A5023E05CCEE}" sibTransId="{43587088-0B8C-465A-84FC-92ABE5308464}"/>
    <dgm:cxn modelId="{7E018085-794D-4424-840D-A1B684B4E1E2}" type="presOf" srcId="{FEEEFE1A-5EA4-4891-B21F-9DA97C851256}" destId="{632A7324-661A-4261-B270-62078C14EC40}" srcOrd="0" destOrd="0" presId="urn:microsoft.com/office/officeart/2005/8/layout/default"/>
    <dgm:cxn modelId="{3AD3B687-5CA6-44E8-A70F-4002DF3ADD35}" type="presOf" srcId="{462718E2-2485-4E75-8904-FB7289B3BDB2}" destId="{1EEA03EB-6D9B-47EE-9626-BFDD86D05074}" srcOrd="0" destOrd="0" presId="urn:microsoft.com/office/officeart/2005/8/layout/default"/>
    <dgm:cxn modelId="{E3B8C488-71E5-4783-96D4-CB5DFC56BF73}" type="presOf" srcId="{83036C51-0923-4646-863B-5278ED5B3D7C}" destId="{B3AF1B2B-6CF9-48BB-BEA8-12EC6E32CF3E}" srcOrd="0" destOrd="0" presId="urn:microsoft.com/office/officeart/2005/8/layout/default"/>
    <dgm:cxn modelId="{81D5BC8F-167F-4B06-B63A-5C66D201303F}" type="presOf" srcId="{7A0DDA68-5E5E-44C7-A037-742B8315A303}" destId="{A5103552-FF22-4A18-94F6-B88B8BBF1CBC}" srcOrd="0" destOrd="0" presId="urn:microsoft.com/office/officeart/2005/8/layout/default"/>
    <dgm:cxn modelId="{CBB4BF9B-2E52-4D51-A18A-93E673F43537}" type="presOf" srcId="{B9A7B4FD-FB95-41A1-9190-5D8303F4F7DB}" destId="{0087A9A3-1A7F-41A1-BF1F-F09EFEEC4F03}" srcOrd="0" destOrd="0" presId="urn:microsoft.com/office/officeart/2005/8/layout/default"/>
    <dgm:cxn modelId="{48C7F69C-177E-43AD-923E-8AD623FA349B}" srcId="{7A0DDA68-5E5E-44C7-A037-742B8315A303}" destId="{11DC4D63-FF9D-46C7-9582-DA04B26AEA52}" srcOrd="4" destOrd="0" parTransId="{E9DE375B-C0B5-410E-BE7F-BE93A0CAC37E}" sibTransId="{2D65DDEC-4E1C-47A1-A452-C339106C3230}"/>
    <dgm:cxn modelId="{5DCA50A6-37E7-49E2-83A6-81CED83845D8}" type="presOf" srcId="{1D4A5275-C0F2-4AD7-9AE3-DA3FA5EC87AD}" destId="{8DF60B63-35B5-49B7-8765-521BECB8FCFD}" srcOrd="0" destOrd="0" presId="urn:microsoft.com/office/officeart/2005/8/layout/default"/>
    <dgm:cxn modelId="{713C4EA9-D3B5-44CF-A0D3-3DE0A4FB0350}" type="presOf" srcId="{32E4D2CB-90C1-42CD-9735-FD2DABF7E7EE}" destId="{BC52BD28-2D89-47C1-B06F-C94CAC37A725}" srcOrd="0" destOrd="0" presId="urn:microsoft.com/office/officeart/2005/8/layout/default"/>
    <dgm:cxn modelId="{0198F9AA-937F-41BE-8991-D419E280B685}" srcId="{7A0DDA68-5E5E-44C7-A037-742B8315A303}" destId="{1A82E624-1A96-4937-B806-2C05946430E4}" srcOrd="6" destOrd="0" parTransId="{457B344E-7BEB-4135-8293-924AE46CDD44}" sibTransId="{269A9950-20F1-4217-96E0-2372E986E9DA}"/>
    <dgm:cxn modelId="{1F1332B0-7559-4ED0-9178-B5208C74224F}" srcId="{7A0DDA68-5E5E-44C7-A037-742B8315A303}" destId="{C73FC625-74B2-486E-BC1C-D9BDBC0660FA}" srcOrd="18" destOrd="0" parTransId="{634C18CF-8502-490B-937D-6FF344710B5A}" sibTransId="{594CCB2C-340B-462B-A708-0730AE21E0ED}"/>
    <dgm:cxn modelId="{FCB291C8-7599-4218-8642-BE71A824ABCF}" type="presOf" srcId="{F9B6D011-1207-46AB-950F-78C819BF15C3}" destId="{79F343D2-8B72-43FE-82B4-8B1F4693B7A1}" srcOrd="0" destOrd="0" presId="urn:microsoft.com/office/officeart/2005/8/layout/default"/>
    <dgm:cxn modelId="{471286CA-9859-49EC-AD71-854C2856D5AB}" type="presOf" srcId="{AAE3452A-3603-45B8-9BD0-FE0A32D484D9}" destId="{B85EDB30-A650-4F11-84BE-0FAB935DC50E}" srcOrd="0" destOrd="0" presId="urn:microsoft.com/office/officeart/2005/8/layout/default"/>
    <dgm:cxn modelId="{083D08CB-7E08-47CA-AE26-12B6D7232327}" srcId="{7A0DDA68-5E5E-44C7-A037-742B8315A303}" destId="{D8FF3053-F537-416F-9B18-BEF1311A4649}" srcOrd="0" destOrd="0" parTransId="{E0BEE123-8D20-4540-B427-356993C546C7}" sibTransId="{3F5AD914-3BB4-4892-93B5-A260FCE021E1}"/>
    <dgm:cxn modelId="{D72040CD-A53F-4987-B0C2-7638E433A927}" type="presOf" srcId="{C4D26A80-EEEF-4E04-9A0B-74EB75234DCB}" destId="{F62E9854-B5AD-46EE-896A-11A18B9E9D3C}" srcOrd="0" destOrd="0" presId="urn:microsoft.com/office/officeart/2005/8/layout/default"/>
    <dgm:cxn modelId="{B7E0CED1-659C-4132-8059-260EEF2A3D7B}" srcId="{7A0DDA68-5E5E-44C7-A037-742B8315A303}" destId="{23ECD0AA-E1D2-4CC2-9A8A-413C1AB4CEE9}" srcOrd="2" destOrd="0" parTransId="{B977DF29-DCE7-451C-AD83-1E6411D989F9}" sibTransId="{92FAA29C-557D-465A-8E1C-9B2EFF4159A3}"/>
    <dgm:cxn modelId="{6D55DCD6-8434-4DD2-B3DF-92C5C530DFA0}" srcId="{7A0DDA68-5E5E-44C7-A037-742B8315A303}" destId="{1D4A5275-C0F2-4AD7-9AE3-DA3FA5EC87AD}" srcOrd="9" destOrd="0" parTransId="{0796CB12-97E3-49B6-8D1D-67D2E71CF15A}" sibTransId="{A64432FB-1526-4309-999B-6D5E740B33CF}"/>
    <dgm:cxn modelId="{99063ADD-FBF5-4708-9AF8-4CFCB71CF4F3}" srcId="{7A0DDA68-5E5E-44C7-A037-742B8315A303}" destId="{462718E2-2485-4E75-8904-FB7289B3BDB2}" srcOrd="13" destOrd="0" parTransId="{7C10694D-691D-4DDC-9224-1C3C1081FDC4}" sibTransId="{5EE549F7-C877-40CA-9961-1A7D0F6F390C}"/>
    <dgm:cxn modelId="{90E802ED-F70A-4721-A03F-41699556215D}" srcId="{7A0DDA68-5E5E-44C7-A037-742B8315A303}" destId="{A411049F-6CE0-413D-A9FF-66CB28877F21}" srcOrd="16" destOrd="0" parTransId="{42676263-29A9-4F3B-9C24-CE4453A2683B}" sibTransId="{BC11CE01-F38F-4D66-B7D0-8BED3D620CE6}"/>
    <dgm:cxn modelId="{841A64ED-72F3-4225-B9DF-3EEA3F5BDF9F}" srcId="{7A0DDA68-5E5E-44C7-A037-742B8315A303}" destId="{AAE3452A-3603-45B8-9BD0-FE0A32D484D9}" srcOrd="7" destOrd="0" parTransId="{20EC7497-ADF3-4DD6-9512-5EEAEB386D4E}" sibTransId="{6D8EA307-10AC-47BC-943E-7FA256EDB4B9}"/>
    <dgm:cxn modelId="{1C7FECF1-B070-455F-9AD6-30607D7594A1}" type="presOf" srcId="{3E40A4FF-5C03-4867-B86B-57F18C3B4574}" destId="{0C641CA6-2E8B-411D-B8EE-CBB8BE34ADC8}" srcOrd="0" destOrd="0" presId="urn:microsoft.com/office/officeart/2005/8/layout/default"/>
    <dgm:cxn modelId="{F41745F7-7679-49DD-837C-6E6714DFC39C}" srcId="{7A0DDA68-5E5E-44C7-A037-742B8315A303}" destId="{C4D26A80-EEEF-4E04-9A0B-74EB75234DCB}" srcOrd="11" destOrd="0" parTransId="{77DCD94D-4F69-49ED-8FCC-8A3C02A55B7A}" sibTransId="{E9B9CBCD-BFE6-4D44-B562-0D1F302A5120}"/>
    <dgm:cxn modelId="{6BD375B5-870F-4DBA-8368-2D6B0543C7C7}" type="presParOf" srcId="{A5103552-FF22-4A18-94F6-B88B8BBF1CBC}" destId="{DCA61CE1-C87F-4B5D-BB77-209A99102AD8}" srcOrd="0" destOrd="0" presId="urn:microsoft.com/office/officeart/2005/8/layout/default"/>
    <dgm:cxn modelId="{1091ECED-6768-49D4-B2DB-975A82BC1CB0}" type="presParOf" srcId="{A5103552-FF22-4A18-94F6-B88B8BBF1CBC}" destId="{FCB0FE77-A895-4382-B661-AC774E06DDFE}" srcOrd="1" destOrd="0" presId="urn:microsoft.com/office/officeart/2005/8/layout/default"/>
    <dgm:cxn modelId="{658AE335-0EEA-4D29-B511-2C4202C9A06D}" type="presParOf" srcId="{A5103552-FF22-4A18-94F6-B88B8BBF1CBC}" destId="{BC52BD28-2D89-47C1-B06F-C94CAC37A725}" srcOrd="2" destOrd="0" presId="urn:microsoft.com/office/officeart/2005/8/layout/default"/>
    <dgm:cxn modelId="{490F56D8-1348-400D-9879-3CFD8DDD624C}" type="presParOf" srcId="{A5103552-FF22-4A18-94F6-B88B8BBF1CBC}" destId="{F2989AAC-FA1F-4A4D-89C3-0CE7D90638DB}" srcOrd="3" destOrd="0" presId="urn:microsoft.com/office/officeart/2005/8/layout/default"/>
    <dgm:cxn modelId="{C853B85D-2FC3-4EC0-B825-4A44178D2495}" type="presParOf" srcId="{A5103552-FF22-4A18-94F6-B88B8BBF1CBC}" destId="{3288DFD3-09FB-4CAD-A359-BBB1A1EF5011}" srcOrd="4" destOrd="0" presId="urn:microsoft.com/office/officeart/2005/8/layout/default"/>
    <dgm:cxn modelId="{AE7C4F47-E591-4776-B5C2-9150E87F2B67}" type="presParOf" srcId="{A5103552-FF22-4A18-94F6-B88B8BBF1CBC}" destId="{0F865932-6032-4F1C-8AB8-32771F1B9E9C}" srcOrd="5" destOrd="0" presId="urn:microsoft.com/office/officeart/2005/8/layout/default"/>
    <dgm:cxn modelId="{9870BD64-6F8E-41A8-8267-B353501EBB66}" type="presParOf" srcId="{A5103552-FF22-4A18-94F6-B88B8BBF1CBC}" destId="{0C641CA6-2E8B-411D-B8EE-CBB8BE34ADC8}" srcOrd="6" destOrd="0" presId="urn:microsoft.com/office/officeart/2005/8/layout/default"/>
    <dgm:cxn modelId="{4C22243F-AA82-47E5-AC77-83849403B004}" type="presParOf" srcId="{A5103552-FF22-4A18-94F6-B88B8BBF1CBC}" destId="{4046C1C8-86D9-43A6-ABF5-2CAEA5A5C637}" srcOrd="7" destOrd="0" presId="urn:microsoft.com/office/officeart/2005/8/layout/default"/>
    <dgm:cxn modelId="{9CAE24A5-2477-4CDE-B493-D7B61716ACE8}" type="presParOf" srcId="{A5103552-FF22-4A18-94F6-B88B8BBF1CBC}" destId="{DAA859BD-92B6-40F7-86D2-44EAE9114DFF}" srcOrd="8" destOrd="0" presId="urn:microsoft.com/office/officeart/2005/8/layout/default"/>
    <dgm:cxn modelId="{8286103D-2A98-4BD4-8BF0-918CE6B1F63C}" type="presParOf" srcId="{A5103552-FF22-4A18-94F6-B88B8BBF1CBC}" destId="{082705EB-4BD4-4033-B2D8-9FEA43647B44}" srcOrd="9" destOrd="0" presId="urn:microsoft.com/office/officeart/2005/8/layout/default"/>
    <dgm:cxn modelId="{EADDCDB0-7623-4F41-96ED-001585AFBA2D}" type="presParOf" srcId="{A5103552-FF22-4A18-94F6-B88B8BBF1CBC}" destId="{04BA1C46-3B8A-4E72-AF89-3FAE6DAE9990}" srcOrd="10" destOrd="0" presId="urn:microsoft.com/office/officeart/2005/8/layout/default"/>
    <dgm:cxn modelId="{D3F9FBD5-DAC6-479E-A907-BA6635C7FA6C}" type="presParOf" srcId="{A5103552-FF22-4A18-94F6-B88B8BBF1CBC}" destId="{260D83A6-C221-4958-981D-0A5898366DB6}" srcOrd="11" destOrd="0" presId="urn:microsoft.com/office/officeart/2005/8/layout/default"/>
    <dgm:cxn modelId="{B8658379-321F-4AA3-958A-32E96CFEED05}" type="presParOf" srcId="{A5103552-FF22-4A18-94F6-B88B8BBF1CBC}" destId="{01364293-A3B1-4D76-ABD5-EFDFE92A3204}" srcOrd="12" destOrd="0" presId="urn:microsoft.com/office/officeart/2005/8/layout/default"/>
    <dgm:cxn modelId="{2394978D-43AD-41FF-A30B-5D71505DBC26}" type="presParOf" srcId="{A5103552-FF22-4A18-94F6-B88B8BBF1CBC}" destId="{F2979EC0-6BB0-4064-B588-5DDA83C0E6C0}" srcOrd="13" destOrd="0" presId="urn:microsoft.com/office/officeart/2005/8/layout/default"/>
    <dgm:cxn modelId="{F2F75BEA-9EF4-4ADA-ADD4-EDEB99D83A10}" type="presParOf" srcId="{A5103552-FF22-4A18-94F6-B88B8BBF1CBC}" destId="{B85EDB30-A650-4F11-84BE-0FAB935DC50E}" srcOrd="14" destOrd="0" presId="urn:microsoft.com/office/officeart/2005/8/layout/default"/>
    <dgm:cxn modelId="{B64A5707-28F8-4685-BE4C-D4E4731483D9}" type="presParOf" srcId="{A5103552-FF22-4A18-94F6-B88B8BBF1CBC}" destId="{C1589926-2247-4478-AD42-688D571DD835}" srcOrd="15" destOrd="0" presId="urn:microsoft.com/office/officeart/2005/8/layout/default"/>
    <dgm:cxn modelId="{86EB39B5-8B89-403D-98A4-537EED5157F0}" type="presParOf" srcId="{A5103552-FF22-4A18-94F6-B88B8BBF1CBC}" destId="{90A63CFA-1E8C-4F7B-8F07-1D9FC3196497}" srcOrd="16" destOrd="0" presId="urn:microsoft.com/office/officeart/2005/8/layout/default"/>
    <dgm:cxn modelId="{D67A4427-A8C8-42EC-BB40-45536B67161F}" type="presParOf" srcId="{A5103552-FF22-4A18-94F6-B88B8BBF1CBC}" destId="{C047F6D0-5213-4A4C-B78D-7F4EFFC14B55}" srcOrd="17" destOrd="0" presId="urn:microsoft.com/office/officeart/2005/8/layout/default"/>
    <dgm:cxn modelId="{EA386EF7-D52C-430B-82D1-D5D46ABC36A9}" type="presParOf" srcId="{A5103552-FF22-4A18-94F6-B88B8BBF1CBC}" destId="{8DF60B63-35B5-49B7-8765-521BECB8FCFD}" srcOrd="18" destOrd="0" presId="urn:microsoft.com/office/officeart/2005/8/layout/default"/>
    <dgm:cxn modelId="{8C5C6114-4316-47C7-96D3-078909381CCB}" type="presParOf" srcId="{A5103552-FF22-4A18-94F6-B88B8BBF1CBC}" destId="{78CB2A8B-53A5-4679-A1B4-7ED9A2C3D4B1}" srcOrd="19" destOrd="0" presId="urn:microsoft.com/office/officeart/2005/8/layout/default"/>
    <dgm:cxn modelId="{F84E74F5-0C40-4030-B4F2-24FF98C318B7}" type="presParOf" srcId="{A5103552-FF22-4A18-94F6-B88B8BBF1CBC}" destId="{0087A9A3-1A7F-41A1-BF1F-F09EFEEC4F03}" srcOrd="20" destOrd="0" presId="urn:microsoft.com/office/officeart/2005/8/layout/default"/>
    <dgm:cxn modelId="{778EDDDB-4D43-4EFA-9422-2FF64CABBC88}" type="presParOf" srcId="{A5103552-FF22-4A18-94F6-B88B8BBF1CBC}" destId="{967DDE99-98E0-4440-824A-781D4D5C7FE5}" srcOrd="21" destOrd="0" presId="urn:microsoft.com/office/officeart/2005/8/layout/default"/>
    <dgm:cxn modelId="{589F0BCE-591B-4FF7-8023-6ED9BE21BF1F}" type="presParOf" srcId="{A5103552-FF22-4A18-94F6-B88B8BBF1CBC}" destId="{F62E9854-B5AD-46EE-896A-11A18B9E9D3C}" srcOrd="22" destOrd="0" presId="urn:microsoft.com/office/officeart/2005/8/layout/default"/>
    <dgm:cxn modelId="{3E35DB0A-351E-4D22-9321-26981A5AE582}" type="presParOf" srcId="{A5103552-FF22-4A18-94F6-B88B8BBF1CBC}" destId="{FB40CD09-8D44-4D78-BF69-762906251556}" srcOrd="23" destOrd="0" presId="urn:microsoft.com/office/officeart/2005/8/layout/default"/>
    <dgm:cxn modelId="{A4B05EB9-62EB-4F85-801C-7771188F6C45}" type="presParOf" srcId="{A5103552-FF22-4A18-94F6-B88B8BBF1CBC}" destId="{79F343D2-8B72-43FE-82B4-8B1F4693B7A1}" srcOrd="24" destOrd="0" presId="urn:microsoft.com/office/officeart/2005/8/layout/default"/>
    <dgm:cxn modelId="{43553535-FA66-44AE-AF18-AD1BB5C4266A}" type="presParOf" srcId="{A5103552-FF22-4A18-94F6-B88B8BBF1CBC}" destId="{D87A8516-9E11-4E2E-B029-8C6B34E3A108}" srcOrd="25" destOrd="0" presId="urn:microsoft.com/office/officeart/2005/8/layout/default"/>
    <dgm:cxn modelId="{3A765C37-3017-467B-8FE0-400BED08D909}" type="presParOf" srcId="{A5103552-FF22-4A18-94F6-B88B8BBF1CBC}" destId="{1EEA03EB-6D9B-47EE-9626-BFDD86D05074}" srcOrd="26" destOrd="0" presId="urn:microsoft.com/office/officeart/2005/8/layout/default"/>
    <dgm:cxn modelId="{B30E8B32-FC60-44F8-BB8C-CEE01403DE98}" type="presParOf" srcId="{A5103552-FF22-4A18-94F6-B88B8BBF1CBC}" destId="{DB0296CD-4597-4296-BD8D-FA57D63ECD34}" srcOrd="27" destOrd="0" presId="urn:microsoft.com/office/officeart/2005/8/layout/default"/>
    <dgm:cxn modelId="{FA21C645-F80A-497A-AF28-CBFD8A24CFE0}" type="presParOf" srcId="{A5103552-FF22-4A18-94F6-B88B8BBF1CBC}" destId="{632A7324-661A-4261-B270-62078C14EC40}" srcOrd="28" destOrd="0" presId="urn:microsoft.com/office/officeart/2005/8/layout/default"/>
    <dgm:cxn modelId="{827D672B-019D-4106-BF58-2185805FBCE0}" type="presParOf" srcId="{A5103552-FF22-4A18-94F6-B88B8BBF1CBC}" destId="{BA0C1C0F-EBC6-4F19-95B3-7C2B1CEEB166}" srcOrd="29" destOrd="0" presId="urn:microsoft.com/office/officeart/2005/8/layout/default"/>
    <dgm:cxn modelId="{06881697-189D-4192-ABD8-02D07BA4C0A3}" type="presParOf" srcId="{A5103552-FF22-4A18-94F6-B88B8BBF1CBC}" destId="{80C3984E-E310-4B9F-80DD-B4FAF908FF70}" srcOrd="30" destOrd="0" presId="urn:microsoft.com/office/officeart/2005/8/layout/default"/>
    <dgm:cxn modelId="{076D339D-0B29-4488-B33F-F015BB793BE1}" type="presParOf" srcId="{A5103552-FF22-4A18-94F6-B88B8BBF1CBC}" destId="{3B4F73A1-FF5D-4213-8B82-CEB07DFC523C}" srcOrd="31" destOrd="0" presId="urn:microsoft.com/office/officeart/2005/8/layout/default"/>
    <dgm:cxn modelId="{65734BE4-C4B9-4719-8D6C-8B51DF490FD3}" type="presParOf" srcId="{A5103552-FF22-4A18-94F6-B88B8BBF1CBC}" destId="{C3A18E78-A258-4505-9326-C7D484F2876B}" srcOrd="32" destOrd="0" presId="urn:microsoft.com/office/officeart/2005/8/layout/default"/>
    <dgm:cxn modelId="{BD2CD217-9BDC-4A51-A34C-679AA3D5E33F}" type="presParOf" srcId="{A5103552-FF22-4A18-94F6-B88B8BBF1CBC}" destId="{31E6A6E3-A0EB-4E19-9C58-CA4CB08D0353}" srcOrd="33" destOrd="0" presId="urn:microsoft.com/office/officeart/2005/8/layout/default"/>
    <dgm:cxn modelId="{E9C5CEEC-6F97-4082-B540-AA6B66D7ACB6}" type="presParOf" srcId="{A5103552-FF22-4A18-94F6-B88B8BBF1CBC}" destId="{B3AF1B2B-6CF9-48BB-BEA8-12EC6E32CF3E}" srcOrd="34" destOrd="0" presId="urn:microsoft.com/office/officeart/2005/8/layout/default"/>
    <dgm:cxn modelId="{EA4854DF-A7B3-455E-A4C1-EF6A633EE8FB}" type="presParOf" srcId="{A5103552-FF22-4A18-94F6-B88B8BBF1CBC}" destId="{74802BA6-FA0D-4D2F-A978-1369A711F9A6}" srcOrd="35" destOrd="0" presId="urn:microsoft.com/office/officeart/2005/8/layout/default"/>
    <dgm:cxn modelId="{AD706572-3FC0-4228-9485-2D581A52BEA7}" type="presParOf" srcId="{A5103552-FF22-4A18-94F6-B88B8BBF1CBC}" destId="{C4BA5510-ACD3-458C-9A7A-D091DAE1434B}" srcOrd="3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2B6EAA-2E01-4DDF-BB11-16A3EE404196}">
      <dsp:nvSpPr>
        <dsp:cNvPr id="0" name=""/>
        <dsp:cNvSpPr/>
      </dsp:nvSpPr>
      <dsp:spPr>
        <a:xfrm>
          <a:off x="0" y="681"/>
          <a:ext cx="1107849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A2C43F-3FAC-4A73-9C46-D202A0FB86C6}">
      <dsp:nvSpPr>
        <dsp:cNvPr id="0" name=""/>
        <dsp:cNvSpPr/>
      </dsp:nvSpPr>
      <dsp:spPr>
        <a:xfrm>
          <a:off x="0" y="681"/>
          <a:ext cx="11078497" cy="4294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Register patients </a:t>
          </a:r>
          <a:endParaRPr lang="en-US" sz="1900" kern="1200"/>
        </a:p>
      </dsp:txBody>
      <dsp:txXfrm>
        <a:off x="0" y="681"/>
        <a:ext cx="11078497" cy="429489"/>
      </dsp:txXfrm>
    </dsp:sp>
    <dsp:sp modelId="{8C3C80C4-2B1D-417B-8BB0-99FCBCC4437D}">
      <dsp:nvSpPr>
        <dsp:cNvPr id="0" name=""/>
        <dsp:cNvSpPr/>
      </dsp:nvSpPr>
      <dsp:spPr>
        <a:xfrm>
          <a:off x="0" y="430170"/>
          <a:ext cx="1107849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E71F5A-46A4-4784-A754-0A510ABF68A6}">
      <dsp:nvSpPr>
        <dsp:cNvPr id="0" name=""/>
        <dsp:cNvSpPr/>
      </dsp:nvSpPr>
      <dsp:spPr>
        <a:xfrm>
          <a:off x="0" y="430170"/>
          <a:ext cx="11078497" cy="4294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Assign doctors </a:t>
          </a:r>
          <a:endParaRPr lang="en-US" sz="1900" kern="1200"/>
        </a:p>
      </dsp:txBody>
      <dsp:txXfrm>
        <a:off x="0" y="430170"/>
        <a:ext cx="11078497" cy="429489"/>
      </dsp:txXfrm>
    </dsp:sp>
    <dsp:sp modelId="{97786D3F-969A-4A7F-AE7B-604F91160DF2}">
      <dsp:nvSpPr>
        <dsp:cNvPr id="0" name=""/>
        <dsp:cNvSpPr/>
      </dsp:nvSpPr>
      <dsp:spPr>
        <a:xfrm>
          <a:off x="0" y="859659"/>
          <a:ext cx="1107849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610A82-F581-4684-94F0-8BA2493DBF50}">
      <dsp:nvSpPr>
        <dsp:cNvPr id="0" name=""/>
        <dsp:cNvSpPr/>
      </dsp:nvSpPr>
      <dsp:spPr>
        <a:xfrm>
          <a:off x="0" y="859659"/>
          <a:ext cx="11078497" cy="4294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Check doctor availability </a:t>
          </a:r>
          <a:endParaRPr lang="en-US" sz="1900" kern="1200"/>
        </a:p>
      </dsp:txBody>
      <dsp:txXfrm>
        <a:off x="0" y="859659"/>
        <a:ext cx="11078497" cy="429489"/>
      </dsp:txXfrm>
    </dsp:sp>
    <dsp:sp modelId="{9AFC6D69-3E38-434C-B5EC-06E9BA4A09A2}">
      <dsp:nvSpPr>
        <dsp:cNvPr id="0" name=""/>
        <dsp:cNvSpPr/>
      </dsp:nvSpPr>
      <dsp:spPr>
        <a:xfrm>
          <a:off x="0" y="1289149"/>
          <a:ext cx="1107849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583F50-145F-40EA-9F5A-E0CE09D2B2DD}">
      <dsp:nvSpPr>
        <dsp:cNvPr id="0" name=""/>
        <dsp:cNvSpPr/>
      </dsp:nvSpPr>
      <dsp:spPr>
        <a:xfrm>
          <a:off x="0" y="1289149"/>
          <a:ext cx="11078497" cy="4294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Record medicines </a:t>
          </a:r>
          <a:endParaRPr lang="en-US" sz="1900" kern="1200"/>
        </a:p>
      </dsp:txBody>
      <dsp:txXfrm>
        <a:off x="0" y="1289149"/>
        <a:ext cx="11078497" cy="429489"/>
      </dsp:txXfrm>
    </dsp:sp>
    <dsp:sp modelId="{BDEA02F9-CC54-4F54-A0F8-13121D9E5CEA}">
      <dsp:nvSpPr>
        <dsp:cNvPr id="0" name=""/>
        <dsp:cNvSpPr/>
      </dsp:nvSpPr>
      <dsp:spPr>
        <a:xfrm>
          <a:off x="0" y="1718638"/>
          <a:ext cx="1107849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AD3E95-F16D-4408-8C1E-F9B0B4D43BF5}">
      <dsp:nvSpPr>
        <dsp:cNvPr id="0" name=""/>
        <dsp:cNvSpPr/>
      </dsp:nvSpPr>
      <dsp:spPr>
        <a:xfrm>
          <a:off x="0" y="1718638"/>
          <a:ext cx="11078497" cy="4294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Generate hospital bills </a:t>
          </a:r>
          <a:endParaRPr lang="en-US" sz="1900" kern="1200"/>
        </a:p>
      </dsp:txBody>
      <dsp:txXfrm>
        <a:off x="0" y="1718638"/>
        <a:ext cx="11078497" cy="429489"/>
      </dsp:txXfrm>
    </dsp:sp>
    <dsp:sp modelId="{45FEA53A-B29F-4327-B3FF-4F8EBC9BE7CA}">
      <dsp:nvSpPr>
        <dsp:cNvPr id="0" name=""/>
        <dsp:cNvSpPr/>
      </dsp:nvSpPr>
      <dsp:spPr>
        <a:xfrm>
          <a:off x="0" y="2148127"/>
          <a:ext cx="1107849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EBD4DA-D158-4F6B-B5B4-6ED419A53FD8}">
      <dsp:nvSpPr>
        <dsp:cNvPr id="0" name=""/>
        <dsp:cNvSpPr/>
      </dsp:nvSpPr>
      <dsp:spPr>
        <a:xfrm>
          <a:off x="0" y="2148127"/>
          <a:ext cx="11078497" cy="4294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Manage multiple patients continuously</a:t>
          </a:r>
          <a:endParaRPr lang="en-US" sz="1900" kern="1200"/>
        </a:p>
      </dsp:txBody>
      <dsp:txXfrm>
        <a:off x="0" y="2148127"/>
        <a:ext cx="11078497" cy="429489"/>
      </dsp:txXfrm>
    </dsp:sp>
    <dsp:sp modelId="{E8666824-084A-40E9-941A-22CF1513E55E}">
      <dsp:nvSpPr>
        <dsp:cNvPr id="0" name=""/>
        <dsp:cNvSpPr/>
      </dsp:nvSpPr>
      <dsp:spPr>
        <a:xfrm>
          <a:off x="0" y="2577616"/>
          <a:ext cx="1107849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71450A-B9BE-4534-B2EA-C999538A3AE6}">
      <dsp:nvSpPr>
        <dsp:cNvPr id="0" name=""/>
        <dsp:cNvSpPr/>
      </dsp:nvSpPr>
      <dsp:spPr>
        <a:xfrm>
          <a:off x="0" y="2577616"/>
          <a:ext cx="11078497" cy="4294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 dirty="0"/>
            <a:t>Given:</a:t>
          </a:r>
          <a:endParaRPr lang="en-US" sz="1900" kern="1200" dirty="0"/>
        </a:p>
      </dsp:txBody>
      <dsp:txXfrm>
        <a:off x="0" y="2577616"/>
        <a:ext cx="11078497" cy="429489"/>
      </dsp:txXfrm>
    </dsp:sp>
    <dsp:sp modelId="{5913C49E-DC6F-4336-BEF6-3F5EE3B46872}">
      <dsp:nvSpPr>
        <dsp:cNvPr id="0" name=""/>
        <dsp:cNvSpPr/>
      </dsp:nvSpPr>
      <dsp:spPr>
        <a:xfrm>
          <a:off x="0" y="3007105"/>
          <a:ext cx="1107849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E1D8BE-450C-46AE-B38A-F176504D7211}">
      <dsp:nvSpPr>
        <dsp:cNvPr id="0" name=""/>
        <dsp:cNvSpPr/>
      </dsp:nvSpPr>
      <dsp:spPr>
        <a:xfrm>
          <a:off x="0" y="3007105"/>
          <a:ext cx="11078497" cy="4294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Patient ID </a:t>
          </a:r>
          <a:endParaRPr lang="en-US" sz="1900" kern="1200"/>
        </a:p>
      </dsp:txBody>
      <dsp:txXfrm>
        <a:off x="0" y="3007105"/>
        <a:ext cx="11078497" cy="429489"/>
      </dsp:txXfrm>
    </dsp:sp>
    <dsp:sp modelId="{135AC7F2-AE5F-4A1F-826F-3D19833BEA50}">
      <dsp:nvSpPr>
        <dsp:cNvPr id="0" name=""/>
        <dsp:cNvSpPr/>
      </dsp:nvSpPr>
      <dsp:spPr>
        <a:xfrm>
          <a:off x="0" y="3436594"/>
          <a:ext cx="1107849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EB83C7-3636-4EC5-A282-278908C15DA2}">
      <dsp:nvSpPr>
        <dsp:cNvPr id="0" name=""/>
        <dsp:cNvSpPr/>
      </dsp:nvSpPr>
      <dsp:spPr>
        <a:xfrm>
          <a:off x="0" y="3436594"/>
          <a:ext cx="11078497" cy="4294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Patient Name </a:t>
          </a:r>
          <a:endParaRPr lang="en-US" sz="1900" kern="1200"/>
        </a:p>
      </dsp:txBody>
      <dsp:txXfrm>
        <a:off x="0" y="3436594"/>
        <a:ext cx="11078497" cy="429489"/>
      </dsp:txXfrm>
    </dsp:sp>
    <dsp:sp modelId="{56EBE910-B635-4E68-8DAB-0D831F9C4AFF}">
      <dsp:nvSpPr>
        <dsp:cNvPr id="0" name=""/>
        <dsp:cNvSpPr/>
      </dsp:nvSpPr>
      <dsp:spPr>
        <a:xfrm>
          <a:off x="0" y="3866083"/>
          <a:ext cx="1107849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823F32-8F39-4626-9D2D-971424B09B9B}">
      <dsp:nvSpPr>
        <dsp:cNvPr id="0" name=""/>
        <dsp:cNvSpPr/>
      </dsp:nvSpPr>
      <dsp:spPr>
        <a:xfrm>
          <a:off x="0" y="3866083"/>
          <a:ext cx="11078497" cy="4294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Doctor ID </a:t>
          </a:r>
          <a:endParaRPr lang="en-US" sz="1900" kern="1200"/>
        </a:p>
      </dsp:txBody>
      <dsp:txXfrm>
        <a:off x="0" y="3866083"/>
        <a:ext cx="11078497" cy="429489"/>
      </dsp:txXfrm>
    </dsp:sp>
    <dsp:sp modelId="{538C2B56-8381-4D73-B7E1-C026E4296C0C}">
      <dsp:nvSpPr>
        <dsp:cNvPr id="0" name=""/>
        <dsp:cNvSpPr/>
      </dsp:nvSpPr>
      <dsp:spPr>
        <a:xfrm>
          <a:off x="0" y="4295572"/>
          <a:ext cx="1107849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E78BA6-4F07-48C9-A4DA-594F9E894C5A}">
      <dsp:nvSpPr>
        <dsp:cNvPr id="0" name=""/>
        <dsp:cNvSpPr/>
      </dsp:nvSpPr>
      <dsp:spPr>
        <a:xfrm>
          <a:off x="0" y="4295572"/>
          <a:ext cx="11078497" cy="4294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Hospital Type </a:t>
          </a:r>
          <a:endParaRPr lang="en-US" sz="1900" kern="1200"/>
        </a:p>
      </dsp:txBody>
      <dsp:txXfrm>
        <a:off x="0" y="4295572"/>
        <a:ext cx="11078497" cy="429489"/>
      </dsp:txXfrm>
    </dsp:sp>
    <dsp:sp modelId="{9CDED548-C38E-4509-8181-CACDC87F3262}">
      <dsp:nvSpPr>
        <dsp:cNvPr id="0" name=""/>
        <dsp:cNvSpPr/>
      </dsp:nvSpPr>
      <dsp:spPr>
        <a:xfrm>
          <a:off x="0" y="4725062"/>
          <a:ext cx="1107849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86222B-5FB8-444D-9A05-192D19175E75}">
      <dsp:nvSpPr>
        <dsp:cNvPr id="0" name=""/>
        <dsp:cNvSpPr/>
      </dsp:nvSpPr>
      <dsp:spPr>
        <a:xfrm>
          <a:off x="0" y="4725062"/>
          <a:ext cx="11078497" cy="4294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Medicine Details </a:t>
          </a:r>
          <a:endParaRPr lang="en-US" sz="1900" kern="1200"/>
        </a:p>
      </dsp:txBody>
      <dsp:txXfrm>
        <a:off x="0" y="4725062"/>
        <a:ext cx="11078497" cy="429489"/>
      </dsp:txXfrm>
    </dsp:sp>
    <dsp:sp modelId="{3D9B7620-8EBD-4E0A-B05D-638EA12D183D}">
      <dsp:nvSpPr>
        <dsp:cNvPr id="0" name=""/>
        <dsp:cNvSpPr/>
      </dsp:nvSpPr>
      <dsp:spPr>
        <a:xfrm>
          <a:off x="0" y="5154551"/>
          <a:ext cx="1107849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607C66-29C1-414D-9D1D-0FD84216859C}">
      <dsp:nvSpPr>
        <dsp:cNvPr id="0" name=""/>
        <dsp:cNvSpPr/>
      </dsp:nvSpPr>
      <dsp:spPr>
        <a:xfrm>
          <a:off x="0" y="5154551"/>
          <a:ext cx="11078497" cy="4294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Doctor Database</a:t>
          </a:r>
          <a:endParaRPr lang="en-US" sz="1900" kern="1200"/>
        </a:p>
      </dsp:txBody>
      <dsp:txXfrm>
        <a:off x="0" y="5154551"/>
        <a:ext cx="11078497" cy="42948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A61CE1-C87F-4B5D-BB77-209A99102AD8}">
      <dsp:nvSpPr>
        <dsp:cNvPr id="0" name=""/>
        <dsp:cNvSpPr/>
      </dsp:nvSpPr>
      <dsp:spPr>
        <a:xfrm>
          <a:off x="26314" y="2590"/>
          <a:ext cx="1609687" cy="96581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/>
            <a:t>Data Structures Used</a:t>
          </a:r>
          <a:endParaRPr lang="en-US" sz="1500" kern="1200"/>
        </a:p>
      </dsp:txBody>
      <dsp:txXfrm>
        <a:off x="26314" y="2590"/>
        <a:ext cx="1609687" cy="965812"/>
      </dsp:txXfrm>
    </dsp:sp>
    <dsp:sp modelId="{BC52BD28-2D89-47C1-B06F-C94CAC37A725}">
      <dsp:nvSpPr>
        <dsp:cNvPr id="0" name=""/>
        <dsp:cNvSpPr/>
      </dsp:nvSpPr>
      <dsp:spPr>
        <a:xfrm>
          <a:off x="1796971" y="2590"/>
          <a:ext cx="1609687" cy="96581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kern="1200"/>
            <a:t>Dictionary</a:t>
          </a:r>
          <a:endParaRPr lang="en-US" sz="1500" kern="1200"/>
        </a:p>
      </dsp:txBody>
      <dsp:txXfrm>
        <a:off x="1796971" y="2590"/>
        <a:ext cx="1609687" cy="965812"/>
      </dsp:txXfrm>
    </dsp:sp>
    <dsp:sp modelId="{3288DFD3-09FB-4CAD-A359-BBB1A1EF5011}">
      <dsp:nvSpPr>
        <dsp:cNvPr id="0" name=""/>
        <dsp:cNvSpPr/>
      </dsp:nvSpPr>
      <dsp:spPr>
        <a:xfrm>
          <a:off x="3567627" y="2590"/>
          <a:ext cx="1609687" cy="96581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Doctor ID</a:t>
          </a:r>
          <a:endParaRPr lang="en-US" sz="1500" kern="1200"/>
        </a:p>
      </dsp:txBody>
      <dsp:txXfrm>
        <a:off x="3567627" y="2590"/>
        <a:ext cx="1609687" cy="965812"/>
      </dsp:txXfrm>
    </dsp:sp>
    <dsp:sp modelId="{0C641CA6-2E8B-411D-B8EE-CBB8BE34ADC8}">
      <dsp:nvSpPr>
        <dsp:cNvPr id="0" name=""/>
        <dsp:cNvSpPr/>
      </dsp:nvSpPr>
      <dsp:spPr>
        <a:xfrm>
          <a:off x="5338284" y="2590"/>
          <a:ext cx="1609687" cy="96581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-&gt;</a:t>
          </a:r>
        </a:p>
      </dsp:txBody>
      <dsp:txXfrm>
        <a:off x="5338284" y="2590"/>
        <a:ext cx="1609687" cy="965812"/>
      </dsp:txXfrm>
    </dsp:sp>
    <dsp:sp modelId="{DAA859BD-92B6-40F7-86D2-44EAE9114DFF}">
      <dsp:nvSpPr>
        <dsp:cNvPr id="0" name=""/>
        <dsp:cNvSpPr/>
      </dsp:nvSpPr>
      <dsp:spPr>
        <a:xfrm>
          <a:off x="7108940" y="2590"/>
          <a:ext cx="1609687" cy="965812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Doctor Details</a:t>
          </a:r>
          <a:endParaRPr lang="en-US" sz="1500" kern="1200"/>
        </a:p>
      </dsp:txBody>
      <dsp:txXfrm>
        <a:off x="7108940" y="2590"/>
        <a:ext cx="1609687" cy="965812"/>
      </dsp:txXfrm>
    </dsp:sp>
    <dsp:sp modelId="{04BA1C46-3B8A-4E72-AF89-3FAE6DAE9990}">
      <dsp:nvSpPr>
        <dsp:cNvPr id="0" name=""/>
        <dsp:cNvSpPr/>
      </dsp:nvSpPr>
      <dsp:spPr>
        <a:xfrm>
          <a:off x="8879597" y="2590"/>
          <a:ext cx="1609687" cy="96581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u="sng" kern="1200"/>
            <a:t>List</a:t>
          </a:r>
          <a:endParaRPr lang="en-US" sz="1500" kern="1200"/>
        </a:p>
      </dsp:txBody>
      <dsp:txXfrm>
        <a:off x="8879597" y="2590"/>
        <a:ext cx="1609687" cy="965812"/>
      </dsp:txXfrm>
    </dsp:sp>
    <dsp:sp modelId="{01364293-A3B1-4D76-ABD5-EFDFE92A3204}">
      <dsp:nvSpPr>
        <dsp:cNvPr id="0" name=""/>
        <dsp:cNvSpPr/>
      </dsp:nvSpPr>
      <dsp:spPr>
        <a:xfrm>
          <a:off x="26314" y="1129371"/>
          <a:ext cx="1609687" cy="96581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Used to store multiple medicines of a patient.</a:t>
          </a:r>
          <a:endParaRPr lang="en-US" sz="1500" kern="1200"/>
        </a:p>
      </dsp:txBody>
      <dsp:txXfrm>
        <a:off x="26314" y="1129371"/>
        <a:ext cx="1609687" cy="965812"/>
      </dsp:txXfrm>
    </dsp:sp>
    <dsp:sp modelId="{B85EDB30-A650-4F11-84BE-0FAB935DC50E}">
      <dsp:nvSpPr>
        <dsp:cNvPr id="0" name=""/>
        <dsp:cNvSpPr/>
      </dsp:nvSpPr>
      <dsp:spPr>
        <a:xfrm>
          <a:off x="1796971" y="1129371"/>
          <a:ext cx="1609687" cy="96581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u="sng" kern="1200"/>
            <a:t>OOP Concepts Used</a:t>
          </a:r>
          <a:endParaRPr lang="en-US" sz="1500" kern="1200"/>
        </a:p>
      </dsp:txBody>
      <dsp:txXfrm>
        <a:off x="1796971" y="1129371"/>
        <a:ext cx="1609687" cy="965812"/>
      </dsp:txXfrm>
    </dsp:sp>
    <dsp:sp modelId="{90A63CFA-1E8C-4F7B-8F07-1D9FC3196497}">
      <dsp:nvSpPr>
        <dsp:cNvPr id="0" name=""/>
        <dsp:cNvSpPr/>
      </dsp:nvSpPr>
      <dsp:spPr>
        <a:xfrm>
          <a:off x="3567627" y="1129371"/>
          <a:ext cx="1609687" cy="96581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u="sng" kern="1200"/>
            <a:t>Encapsulation</a:t>
          </a:r>
          <a:endParaRPr lang="en-US" sz="1500" kern="1200"/>
        </a:p>
      </dsp:txBody>
      <dsp:txXfrm>
        <a:off x="3567627" y="1129371"/>
        <a:ext cx="1609687" cy="965812"/>
      </dsp:txXfrm>
    </dsp:sp>
    <dsp:sp modelId="{8DF60B63-35B5-49B7-8765-521BECB8FCFD}">
      <dsp:nvSpPr>
        <dsp:cNvPr id="0" name=""/>
        <dsp:cNvSpPr/>
      </dsp:nvSpPr>
      <dsp:spPr>
        <a:xfrm>
          <a:off x="5338284" y="1129371"/>
          <a:ext cx="1609687" cy="965812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Bill is stored as a private variable (__bill). </a:t>
          </a:r>
          <a:endParaRPr lang="en-US" sz="1500" kern="1200"/>
        </a:p>
      </dsp:txBody>
      <dsp:txXfrm>
        <a:off x="5338284" y="1129371"/>
        <a:ext cx="1609687" cy="965812"/>
      </dsp:txXfrm>
    </dsp:sp>
    <dsp:sp modelId="{0087A9A3-1A7F-41A1-BF1F-F09EFEEC4F03}">
      <dsp:nvSpPr>
        <dsp:cNvPr id="0" name=""/>
        <dsp:cNvSpPr/>
      </dsp:nvSpPr>
      <dsp:spPr>
        <a:xfrm>
          <a:off x="7108940" y="1129371"/>
          <a:ext cx="1609687" cy="96581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u="sng" kern="1200"/>
            <a:t>Abstraction</a:t>
          </a:r>
          <a:endParaRPr lang="en-US" sz="1500" kern="1200"/>
        </a:p>
      </dsp:txBody>
      <dsp:txXfrm>
        <a:off x="7108940" y="1129371"/>
        <a:ext cx="1609687" cy="965812"/>
      </dsp:txXfrm>
    </dsp:sp>
    <dsp:sp modelId="{F62E9854-B5AD-46EE-896A-11A18B9E9D3C}">
      <dsp:nvSpPr>
        <dsp:cNvPr id="0" name=""/>
        <dsp:cNvSpPr/>
      </dsp:nvSpPr>
      <dsp:spPr>
        <a:xfrm>
          <a:off x="8879597" y="1129371"/>
          <a:ext cx="1609687" cy="96581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Hospital is an abstract class. </a:t>
          </a:r>
          <a:endParaRPr lang="en-US" sz="1500" kern="1200"/>
        </a:p>
      </dsp:txBody>
      <dsp:txXfrm>
        <a:off x="8879597" y="1129371"/>
        <a:ext cx="1609687" cy="965812"/>
      </dsp:txXfrm>
    </dsp:sp>
    <dsp:sp modelId="{79F343D2-8B72-43FE-82B4-8B1F4693B7A1}">
      <dsp:nvSpPr>
        <dsp:cNvPr id="0" name=""/>
        <dsp:cNvSpPr/>
      </dsp:nvSpPr>
      <dsp:spPr>
        <a:xfrm>
          <a:off x="26314" y="2256153"/>
          <a:ext cx="1609687" cy="96581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call_bill() is an abstract method. </a:t>
          </a:r>
          <a:endParaRPr lang="en-US" sz="1500" kern="1200"/>
        </a:p>
      </dsp:txBody>
      <dsp:txXfrm>
        <a:off x="26314" y="2256153"/>
        <a:ext cx="1609687" cy="965812"/>
      </dsp:txXfrm>
    </dsp:sp>
    <dsp:sp modelId="{1EEA03EB-6D9B-47EE-9626-BFDD86D05074}">
      <dsp:nvSpPr>
        <dsp:cNvPr id="0" name=""/>
        <dsp:cNvSpPr/>
      </dsp:nvSpPr>
      <dsp:spPr>
        <a:xfrm>
          <a:off x="1796971" y="2256153"/>
          <a:ext cx="1609687" cy="96581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u="sng" kern="1200"/>
            <a:t>Inheritance</a:t>
          </a:r>
          <a:endParaRPr lang="en-US" sz="1500" kern="1200"/>
        </a:p>
      </dsp:txBody>
      <dsp:txXfrm>
        <a:off x="1796971" y="2256153"/>
        <a:ext cx="1609687" cy="965812"/>
      </dsp:txXfrm>
    </dsp:sp>
    <dsp:sp modelId="{632A7324-661A-4261-B270-62078C14EC40}">
      <dsp:nvSpPr>
        <dsp:cNvPr id="0" name=""/>
        <dsp:cNvSpPr/>
      </dsp:nvSpPr>
      <dsp:spPr>
        <a:xfrm>
          <a:off x="3567627" y="2256153"/>
          <a:ext cx="1609687" cy="965812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GeneralHospital </a:t>
          </a:r>
          <a:endParaRPr lang="en-US" sz="1500" kern="1200"/>
        </a:p>
      </dsp:txBody>
      <dsp:txXfrm>
        <a:off x="3567627" y="2256153"/>
        <a:ext cx="1609687" cy="965812"/>
      </dsp:txXfrm>
    </dsp:sp>
    <dsp:sp modelId="{80C3984E-E310-4B9F-80DD-B4FAF908FF70}">
      <dsp:nvSpPr>
        <dsp:cNvPr id="0" name=""/>
        <dsp:cNvSpPr/>
      </dsp:nvSpPr>
      <dsp:spPr>
        <a:xfrm>
          <a:off x="5338284" y="2256153"/>
          <a:ext cx="1609687" cy="96581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PrivateHospital </a:t>
          </a:r>
          <a:endParaRPr lang="en-US" sz="1500" kern="1200"/>
        </a:p>
      </dsp:txBody>
      <dsp:txXfrm>
        <a:off x="5338284" y="2256153"/>
        <a:ext cx="1609687" cy="965812"/>
      </dsp:txXfrm>
    </dsp:sp>
    <dsp:sp modelId="{C3A18E78-A258-4505-9326-C7D484F2876B}">
      <dsp:nvSpPr>
        <dsp:cNvPr id="0" name=""/>
        <dsp:cNvSpPr/>
      </dsp:nvSpPr>
      <dsp:spPr>
        <a:xfrm>
          <a:off x="7108940" y="2256153"/>
          <a:ext cx="1609687" cy="96581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inherit from Hospital.</a:t>
          </a:r>
          <a:endParaRPr lang="en-US" sz="1500" kern="1200"/>
        </a:p>
      </dsp:txBody>
      <dsp:txXfrm>
        <a:off x="7108940" y="2256153"/>
        <a:ext cx="1609687" cy="965812"/>
      </dsp:txXfrm>
    </dsp:sp>
    <dsp:sp modelId="{B3AF1B2B-6CF9-48BB-BEA8-12EC6E32CF3E}">
      <dsp:nvSpPr>
        <dsp:cNvPr id="0" name=""/>
        <dsp:cNvSpPr/>
      </dsp:nvSpPr>
      <dsp:spPr>
        <a:xfrm>
          <a:off x="8879597" y="2256153"/>
          <a:ext cx="1609687" cy="96581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u="sng" kern="1200"/>
            <a:t>Polymorphism</a:t>
          </a:r>
          <a:endParaRPr lang="en-US" sz="1500" kern="1200"/>
        </a:p>
      </dsp:txBody>
      <dsp:txXfrm>
        <a:off x="8879597" y="2256153"/>
        <a:ext cx="1609687" cy="965812"/>
      </dsp:txXfrm>
    </dsp:sp>
    <dsp:sp modelId="{C4BA5510-ACD3-458C-9A7A-D091DAE1434B}">
      <dsp:nvSpPr>
        <dsp:cNvPr id="0" name=""/>
        <dsp:cNvSpPr/>
      </dsp:nvSpPr>
      <dsp:spPr>
        <a:xfrm>
          <a:off x="4452956" y="3382934"/>
          <a:ext cx="1609687" cy="96581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Both hospitals implement call_bill() differently.</a:t>
          </a:r>
          <a:endParaRPr lang="en-US" sz="1500" kern="1200"/>
        </a:p>
      </dsp:txBody>
      <dsp:txXfrm>
        <a:off x="4452956" y="3382934"/>
        <a:ext cx="1609687" cy="9658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C5112A-F12F-4663-85A6-4C19EB3BDD27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B1B17A-6F99-4BFB-85C7-3E3DDDF9BB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2155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1B17A-6F99-4BFB-85C7-3E3DDDF9BBCD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8211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C8D81-25C8-BFEE-B606-B16DF1D691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474244-B354-8190-2660-A335D6D365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DA50C-9333-D73C-1C2A-428647AC8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D6D57-3BC8-4BAB-92E6-DBF5F7F2065D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4A0200-74FA-6C58-1469-42560BAA6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14262D-691B-84A5-1AC6-B6976F6D3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6623B-05AA-4162-8280-DE82BAC60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325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34183-1248-D43F-51AD-811FDFE20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6D5FA-2FB9-9FB3-5B12-919081E854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B49E6-80B8-3D67-91A3-9FA9B361D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D6D57-3BC8-4BAB-92E6-DBF5F7F2065D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4E852B-8B57-566E-0960-4D5508298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E2B5B-A604-C068-450B-B0442608C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6623B-05AA-4162-8280-DE82BAC60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3451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34DB3-7BAA-8741-DABC-5CD3D0AC1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D765A1-9936-5DD8-1C9A-484310E1BD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48593D-0765-18A7-DDBF-AF94E00A5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D6D57-3BC8-4BAB-92E6-DBF5F7F2065D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AC0F8E-580E-1902-C09E-031DF1139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36E73E-CD60-6BDD-566D-A0F0BEAF0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6623B-05AA-4162-8280-DE82BAC60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429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14D21-6AC5-E0FA-900F-1CFD690E2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A1A1F-5ABA-62EB-AF4A-802E210548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4E0139-2912-E02D-10EE-9959301055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8F4D7-713E-542B-CD50-AECE3F6E7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D6D57-3BC8-4BAB-92E6-DBF5F7F2065D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8BE4D7-96A1-FF22-2923-88A29304B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6215E9-9BD3-9B0C-4087-70D11C06D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6623B-05AA-4162-8280-DE82BAC60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990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8742D-677D-A5CF-193E-E5D0F1493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9F0B42-F752-3345-88AC-D03D57091C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10BD1A-E219-E8B8-961E-EA7DBB3D1D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25775A-D12E-9D42-129C-43E3532DDE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C1711B-FDDB-52FF-A21C-C399E1F957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771712-9742-2A87-F283-43B2C947B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D6D57-3BC8-4BAB-92E6-DBF5F7F2065D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5EE252-A193-CBEB-CAEC-D9751EB86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2AF2E9-B776-CC14-79DE-4E071463D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6623B-05AA-4162-8280-DE82BAC60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8614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0CCFC-57F5-133E-F36A-3EFCAE1C4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A56319-2553-6CDF-FC34-03AD9F64F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D6D57-3BC8-4BAB-92E6-DBF5F7F2065D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9565BD-9975-DAA9-9560-CC3F72CCC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DD3F98-5BBB-1E53-19CC-46DBF1E58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6623B-05AA-4162-8280-DE82BAC60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4654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3FF042-4889-B14F-9289-FBC6CD125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D6D57-3BC8-4BAB-92E6-DBF5F7F2065D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A74651-19BF-7C96-601E-200AB46C0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C310DC-5E58-B204-52FD-E1C14B7C8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6623B-05AA-4162-8280-DE82BAC60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0147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EA488-9491-AC15-2A3B-403871281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26DE3-73CF-3385-453A-E9CFBBD169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88F23F-5BDE-132E-8BF8-641FD9DBCE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B7BF6-B8DF-54DA-9DE7-56725A451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D6D57-3BC8-4BAB-92E6-DBF5F7F2065D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E6515C-854F-25D3-1A09-D81EC8889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23B160-03B2-3BAF-0EF4-4BBF23656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6623B-05AA-4162-8280-DE82BAC60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0174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02D2A-5EBD-315B-E7AC-70489801B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079017-21D2-12FA-0B87-B0D5B81032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C1B248-4199-808F-5B16-3F205F6C14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0B0929-BB61-4941-8435-68D808FBB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D6D57-3BC8-4BAB-92E6-DBF5F7F2065D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60343-1D1A-D23E-77CC-36BC45DC9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A6004D-B77B-8DCB-10C8-5155862DA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6623B-05AA-4162-8280-DE82BAC60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3762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CC2D1-FDA3-FA90-1549-B9199350A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BF93CE-5A55-384E-86B3-321BC697A4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8B127-4AE0-CE62-B04A-D8C7C6B75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D6D57-3BC8-4BAB-92E6-DBF5F7F2065D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F49088-D0D2-160C-A16B-28D447003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D62BBD-FB2F-9305-9F27-89FEDBCAE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6623B-05AA-4162-8280-DE82BAC60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44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B1F2D9-7BAE-EF11-CFDC-4423AD0AC6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1555D6-3991-FA4E-D143-EA7C396647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C58C1-13DE-3B80-9094-FA88E777B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D6D57-3BC8-4BAB-92E6-DBF5F7F2065D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CE49CE-5312-EFCD-67FF-871CE8C77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DD32D-FF45-3059-D918-09F027DC4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6623B-05AA-4162-8280-DE82BAC60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4067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F3355E-50A6-CE31-5C9F-755F67BC1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3DA36A-B423-F28A-44AF-DF1953C219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BAFBA3-AD4E-DF0A-7F1C-1300C1C3D0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5D6D57-3BC8-4BAB-92E6-DBF5F7F2065D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F9A85-C26D-0C5A-97BE-D30B87A09C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8BC69E-3D77-6883-2534-3F71BFF921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B6623B-05AA-4162-8280-DE82BAC603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7073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B0FC5C-1818-183D-F2A6-CB4DBD2D40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</p:spPr>
        <p:txBody>
          <a:bodyPr anchor="ctr">
            <a:normAutofit/>
          </a:bodyPr>
          <a:lstStyle/>
          <a:p>
            <a:r>
              <a:rPr lang="en-IN" sz="6100"/>
              <a:t>Hospital Management System using Python &amp; OOP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B6CCE1-3906-20D3-4662-73C8D687AC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6912" y="5980678"/>
            <a:ext cx="8258176" cy="296297"/>
          </a:xfrm>
        </p:spPr>
        <p:txBody>
          <a:bodyPr anchor="ctr">
            <a:noAutofit/>
          </a:bodyPr>
          <a:lstStyle/>
          <a:p>
            <a:r>
              <a:rPr lang="en-US" sz="2000" b="1" dirty="0"/>
              <a:t>Presented By</a:t>
            </a:r>
          </a:p>
          <a:p>
            <a:r>
              <a:rPr lang="en-US" sz="2000" b="1" dirty="0"/>
              <a:t>Vijay P A</a:t>
            </a:r>
          </a:p>
          <a:p>
            <a:r>
              <a:rPr lang="en-US" sz="2000" b="1" dirty="0"/>
              <a:t>Python &amp; GenAI Developer</a:t>
            </a:r>
            <a:endParaRPr lang="en-IN" sz="2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1747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83EFED-36B5-3E72-0677-7AF811C97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IN" sz="4000"/>
              <a:t>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0B4EA2-82DB-3EE2-3C22-4DBAFFF1A3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en-IN" sz="1600"/>
              <a:t>Python </a:t>
            </a:r>
          </a:p>
          <a:p>
            <a:r>
              <a:rPr lang="en-IN" sz="1600"/>
              <a:t>Object-Oriented Programming (OOP) </a:t>
            </a:r>
          </a:p>
          <a:p>
            <a:r>
              <a:rPr lang="en-IN" sz="1600"/>
              <a:t>Dictionaries </a:t>
            </a:r>
          </a:p>
          <a:p>
            <a:r>
              <a:rPr lang="en-IN" sz="1600"/>
              <a:t>Lists</a:t>
            </a:r>
          </a:p>
          <a:p>
            <a:r>
              <a:rPr lang="en-IN" sz="1600"/>
              <a:t> Loops </a:t>
            </a:r>
          </a:p>
          <a:p>
            <a:r>
              <a:rPr lang="en-IN" sz="1600"/>
              <a:t>Functions </a:t>
            </a:r>
          </a:p>
          <a:p>
            <a:r>
              <a:rPr lang="en-IN" sz="1600"/>
              <a:t>Abstract Classes</a:t>
            </a:r>
          </a:p>
          <a:p>
            <a:pPr marL="0" indent="0">
              <a:buNone/>
            </a:pPr>
            <a:r>
              <a:rPr lang="en-IN" sz="1600" b="1"/>
              <a:t>Objective</a:t>
            </a:r>
          </a:p>
          <a:p>
            <a:r>
              <a:rPr lang="en-IN" sz="1600"/>
              <a:t>Develop a Hospital Management System that allows patient registration, doctor assignment, medicine management, and hospital bill generation using Object-Oriented Programming principles.</a:t>
            </a:r>
          </a:p>
          <a:p>
            <a:pPr marL="0" indent="0">
              <a:buNone/>
            </a:pPr>
            <a:endParaRPr lang="en-IN" sz="1600"/>
          </a:p>
        </p:txBody>
      </p:sp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0832CBEC-FEEB-9971-92FB-7DE6A630BF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802" r="20515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19531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6BB19-F215-A209-9CEB-1D94391F2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5752"/>
          </a:xfrm>
        </p:spPr>
        <p:txBody>
          <a:bodyPr/>
          <a:lstStyle/>
          <a:p>
            <a:r>
              <a:rPr lang="en-IN"/>
              <a:t>Problem Statement</a:t>
            </a:r>
            <a:endParaRPr lang="en-IN" dirty="0"/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FBCD7C63-C2FA-9754-19E8-55A076C098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0328024"/>
              </p:ext>
            </p:extLst>
          </p:nvPr>
        </p:nvGraphicFramePr>
        <p:xfrm>
          <a:off x="838199" y="1022555"/>
          <a:ext cx="11078497" cy="55847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31867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EFF3EEA-F761-0E47-E8BA-7D39B8E9AFA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0" y="-2773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A1A21F-32A3-A928-9627-D3EB8084B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/>
              <a:t>Logic Applied</a:t>
            </a:r>
            <a:endParaRPr lang="en-IN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E1F5F0B-CFE6-B2F1-EA4F-90B9594A2C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158530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61434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81525F-9E46-96FB-8C35-59BAA96BC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IN" sz="4000"/>
              <a:t>Logic Flow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94F11-EC6E-1437-1178-240B39C78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200"/>
              <a:t>Start -&gt;Display Doctors-&gt;Register Patient-&gt;Check DoctorAvailability</a:t>
            </a:r>
          </a:p>
          <a:p>
            <a:pPr marL="457200" lvl="1" indent="0">
              <a:buNone/>
            </a:pPr>
            <a:r>
              <a:rPr lang="en-IN" sz="2200"/>
              <a:t>-&gt;Doctor Available?-&gt;YES → Add Medicines → Calculate Bill</a:t>
            </a:r>
          </a:p>
          <a:p>
            <a:pPr marL="457200" lvl="1" indent="0">
              <a:buNone/>
            </a:pPr>
            <a:r>
              <a:rPr lang="en-IN" sz="2200"/>
              <a:t>			   	    ↓</a:t>
            </a:r>
          </a:p>
          <a:p>
            <a:pPr marL="457200" lvl="1" indent="0">
              <a:buNone/>
            </a:pPr>
            <a:r>
              <a:rPr lang="en-IN" sz="2200"/>
              <a:t>           			    NO → Appointment Full</a:t>
            </a:r>
          </a:p>
          <a:p>
            <a:pPr marL="457200" lvl="1" indent="0">
              <a:buNone/>
            </a:pPr>
            <a:r>
              <a:rPr lang="en-IN" sz="2200"/>
              <a:t>			     	    ↓</a:t>
            </a:r>
          </a:p>
          <a:p>
            <a:pPr marL="457200" lvl="1" indent="0">
              <a:buNone/>
            </a:pPr>
            <a:r>
              <a:rPr lang="en-IN" sz="2200"/>
              <a:t> 			 Register Next Patient</a:t>
            </a:r>
          </a:p>
          <a:p>
            <a:pPr marL="457200" lvl="1" indent="0">
              <a:buNone/>
            </a:pPr>
            <a:r>
              <a:rPr lang="en-IN" sz="2200"/>
              <a:t>			     	    ↓</a:t>
            </a:r>
          </a:p>
          <a:p>
            <a:pPr marL="457200" lvl="1" indent="0">
              <a:buNone/>
            </a:pPr>
            <a:r>
              <a:rPr lang="en-IN" sz="2200"/>
              <a:t>			   	  Exit</a:t>
            </a:r>
          </a:p>
        </p:txBody>
      </p:sp>
    </p:spTree>
    <p:extLst>
      <p:ext uri="{BB962C8B-B14F-4D97-AF65-F5344CB8AC3E}">
        <p14:creationId xmlns:p14="http://schemas.microsoft.com/office/powerpoint/2010/main" val="3034056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CDB98A-5432-479E-9D40-E91FB14A5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IN" dirty="0"/>
              <a:t>Challenges Faced &amp; Solutions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EC63507-228D-99F7-4FA3-D938D72BD5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9245808"/>
              </p:ext>
            </p:extLst>
          </p:nvPr>
        </p:nvGraphicFramePr>
        <p:xfrm>
          <a:off x="838200" y="2157356"/>
          <a:ext cx="10515600" cy="3895344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1715189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67233515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Problem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Solution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783971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Managing multiple doctors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Used a Dictionary of Dictionaries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485965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Patient can have multiple medicines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Used a List of Dictionaries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52671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Prevent overbooking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Added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limit</a:t>
                      </a:r>
                      <a:r>
                        <a:rPr lang="en-IN"/>
                        <a:t> and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count</a:t>
                      </a:r>
                      <a:r>
                        <a:rPr lang="en-IN"/>
                        <a:t> for each doctor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74418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Duplicate doctor information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Stored doctor details only once using Doctor 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0504449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Bill calculation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Created separate methods for medicine total and final bill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1071679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Multiple patients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Used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while True</a:t>
                      </a:r>
                      <a:r>
                        <a:rPr lang="en-IN"/>
                        <a:t> loop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931208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protection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Used private variable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__bill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807554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Different billing methods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Used inheritance and method overriding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9313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69673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10C1C-BEE9-A9BD-8697-933359A3F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58489" cy="1325563"/>
          </a:xfrm>
        </p:spPr>
        <p:txBody>
          <a:bodyPr>
            <a:normAutofit/>
          </a:bodyPr>
          <a:lstStyle/>
          <a:p>
            <a:r>
              <a:rPr lang="en-IN" dirty="0"/>
              <a:t>Output 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AAC3A96A-5566-4D9F-6D4A-513BF6768E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5848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r>
              <a:rPr lang="en-IN" dirty="0"/>
              <a:t>Register patients </a:t>
            </a:r>
          </a:p>
          <a:p>
            <a:r>
              <a:rPr lang="en-IN" dirty="0"/>
              <a:t>Display available doctors </a:t>
            </a:r>
          </a:p>
          <a:p>
            <a:r>
              <a:rPr lang="en-IN" dirty="0"/>
              <a:t>Check available slots </a:t>
            </a:r>
          </a:p>
          <a:p>
            <a:r>
              <a:rPr lang="en-IN" dirty="0"/>
              <a:t>Add medicines </a:t>
            </a:r>
          </a:p>
          <a:p>
            <a:r>
              <a:rPr lang="en-IN" dirty="0"/>
              <a:t>Calculate total bill </a:t>
            </a:r>
          </a:p>
          <a:p>
            <a:r>
              <a:rPr lang="en-IN" dirty="0"/>
              <a:t>Generate hospital bill </a:t>
            </a:r>
          </a:p>
          <a:p>
            <a:r>
              <a:rPr lang="en-IN" dirty="0"/>
              <a:t>Register multiple patients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Block Arc 25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4" name="Arc 33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107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322</Words>
  <Application>Microsoft Office PowerPoint</Application>
  <PresentationFormat>Widescreen</PresentationFormat>
  <Paragraphs>86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Courier New</vt:lpstr>
      <vt:lpstr>Office Theme</vt:lpstr>
      <vt:lpstr>Hospital Management System using Python &amp; OOP</vt:lpstr>
      <vt:lpstr>Technologies Used</vt:lpstr>
      <vt:lpstr>Problem Statement</vt:lpstr>
      <vt:lpstr>Logic Applied</vt:lpstr>
      <vt:lpstr>Logic Flow</vt:lpstr>
      <vt:lpstr>Challenges Faced &amp; Solutions</vt:lpstr>
      <vt:lpstr>Output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Vijay Anandhan</dc:creator>
  <cp:lastModifiedBy>Vijay Anandhan</cp:lastModifiedBy>
  <cp:revision>2</cp:revision>
  <dcterms:created xsi:type="dcterms:W3CDTF">2026-07-08T12:20:50Z</dcterms:created>
  <dcterms:modified xsi:type="dcterms:W3CDTF">2026-07-08T16:23:44Z</dcterms:modified>
</cp:coreProperties>
</file>